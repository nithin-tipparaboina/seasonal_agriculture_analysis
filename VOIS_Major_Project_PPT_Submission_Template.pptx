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 uri="GoogleSlidesCustomDataVersion2">
      <go:slidesCustomData xmlns:go="http://customooxmlschemas.google.com/" r:id="rId22" roundtripDataSignature="AMtx7mjFUqWGkoCRrrwFlIY5kiB78bt5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8" orient="horz"/>
        <p:guide pos="408"/>
        <p:guide pos="3912" orient="horz"/>
        <p:guide pos="7272"/>
        <p:guide pos="1656"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fa523c52ca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fa523c52ca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g3fa523c52ca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a523c52ca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fa523c52ca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g3fa523c52ca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9" name="Shape 29"/>
        <p:cNvGrpSpPr/>
        <p:nvPr/>
      </p:nvGrpSpPr>
      <p:grpSpPr>
        <a:xfrm>
          <a:off x="0" y="0"/>
          <a:ext cx="0" cy="0"/>
          <a:chOff x="0" y="0"/>
          <a:chExt cx="0" cy="0"/>
        </a:xfrm>
      </p:grpSpPr>
      <p:sp>
        <p:nvSpPr>
          <p:cNvPr id="30" name="Google Shape;30;p16"/>
          <p:cNvSpPr txBox="1"/>
          <p:nvPr>
            <p:ph idx="1" type="body"/>
          </p:nvPr>
        </p:nvSpPr>
        <p:spPr>
          <a:xfrm>
            <a:off x="6312871" y="4141999"/>
            <a:ext cx="4220845" cy="861497"/>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228600" lvl="1" marL="914400" algn="l">
              <a:spcBef>
                <a:spcPts val="1000"/>
              </a:spcBef>
              <a:spcAft>
                <a:spcPts val="0"/>
              </a:spcAft>
              <a:buSzPts val="1600"/>
              <a:buNone/>
              <a:defRPr sz="2000"/>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1" name="Google Shape;31;p16"/>
          <p:cNvSpPr/>
          <p:nvPr/>
        </p:nvSpPr>
        <p:spPr>
          <a:xfrm>
            <a:off x="740309" y="1382809"/>
            <a:ext cx="1229566" cy="1059971"/>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2" name="Google Shape;32;p16"/>
          <p:cNvSpPr/>
          <p:nvPr/>
        </p:nvSpPr>
        <p:spPr>
          <a:xfrm>
            <a:off x="3755031" y="1194620"/>
            <a:ext cx="1666162" cy="1436347"/>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3" name="Google Shape;33;p16"/>
          <p:cNvSpPr/>
          <p:nvPr/>
        </p:nvSpPr>
        <p:spPr>
          <a:xfrm>
            <a:off x="3804994" y="5233183"/>
            <a:ext cx="718261" cy="619191"/>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4" name="Google Shape;34;p16"/>
          <p:cNvSpPr/>
          <p:nvPr/>
        </p:nvSpPr>
        <p:spPr>
          <a:xfrm>
            <a:off x="1837838" y="1101306"/>
            <a:ext cx="651613" cy="561736"/>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5" name="Google Shape;35;p16"/>
          <p:cNvSpPr/>
          <p:nvPr>
            <p:ph idx="2" type="pic"/>
          </p:nvPr>
        </p:nvSpPr>
        <p:spPr>
          <a:xfrm>
            <a:off x="1571515" y="1914044"/>
            <a:ext cx="3993624" cy="3617848"/>
          </a:xfrm>
          <a:prstGeom prst="rect">
            <a:avLst/>
          </a:prstGeom>
          <a:noFill/>
          <a:ln>
            <a:noFill/>
          </a:ln>
        </p:spPr>
      </p:sp>
      <p:sp>
        <p:nvSpPr>
          <p:cNvPr id="36" name="Google Shape;36;p16"/>
          <p:cNvSpPr txBox="1"/>
          <p:nvPr>
            <p:ph type="title"/>
          </p:nvPr>
        </p:nvSpPr>
        <p:spPr>
          <a:xfrm>
            <a:off x="6312871" y="2050552"/>
            <a:ext cx="4998720" cy="1748983"/>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7" name="Shape 37"/>
        <p:cNvGrpSpPr/>
        <p:nvPr/>
      </p:nvGrpSpPr>
      <p:grpSpPr>
        <a:xfrm>
          <a:off x="0" y="0"/>
          <a:ext cx="0" cy="0"/>
          <a:chOff x="0" y="0"/>
          <a:chExt cx="0" cy="0"/>
        </a:xfrm>
      </p:grpSpPr>
      <p:sp>
        <p:nvSpPr>
          <p:cNvPr id="38" name="Google Shape;38;p17"/>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spcBef>
                <a:spcPts val="1000"/>
              </a:spcBef>
              <a:spcAft>
                <a:spcPts val="0"/>
              </a:spcAft>
              <a:buClr>
                <a:schemeClr val="accent4"/>
              </a:buClr>
              <a:buSzPts val="1600"/>
              <a:buFont typeface="Noto Sans Symbols"/>
              <a:buChar char="▪"/>
              <a:defRPr sz="2000"/>
            </a:lvl1pPr>
            <a:lvl2pPr indent="-320040" lvl="1" marL="914400" algn="l">
              <a:spcBef>
                <a:spcPts val="1000"/>
              </a:spcBef>
              <a:spcAft>
                <a:spcPts val="0"/>
              </a:spcAft>
              <a:buClr>
                <a:schemeClr val="accent4"/>
              </a:buClr>
              <a:buSzPts val="1440"/>
              <a:buFont typeface="Noto Sans Symbols"/>
              <a:buChar char="▪"/>
              <a:defRPr sz="1800"/>
            </a:lvl2pPr>
            <a:lvl3pPr indent="-309880" lvl="2" marL="1371600" algn="l">
              <a:spcBef>
                <a:spcPts val="1000"/>
              </a:spcBef>
              <a:spcAft>
                <a:spcPts val="0"/>
              </a:spcAft>
              <a:buClr>
                <a:schemeClr val="accent4"/>
              </a:buClr>
              <a:buSzPts val="1280"/>
              <a:buFont typeface="Noto Sans Symbols"/>
              <a:buChar char="▪"/>
              <a:defRPr sz="1600"/>
            </a:lvl3pPr>
            <a:lvl4pPr indent="-309880" lvl="3" marL="1828800" algn="l">
              <a:spcBef>
                <a:spcPts val="1000"/>
              </a:spcBef>
              <a:spcAft>
                <a:spcPts val="0"/>
              </a:spcAft>
              <a:buClr>
                <a:schemeClr val="accent4"/>
              </a:buClr>
              <a:buSzPts val="1280"/>
              <a:buFont typeface="Noto Sans Symbols"/>
              <a:buChar char="▪"/>
              <a:defRPr sz="1600"/>
            </a:lvl4pPr>
            <a:lvl5pPr indent="-309880" lvl="4" marL="2286000" algn="l">
              <a:spcBef>
                <a:spcPts val="1000"/>
              </a:spcBef>
              <a:spcAft>
                <a:spcPts val="0"/>
              </a:spcAft>
              <a:buClr>
                <a:schemeClr val="accent4"/>
              </a:buClr>
              <a:buSzPts val="1280"/>
              <a:buFont typeface="Noto Sans Symbols"/>
              <a:buChar char="▪"/>
              <a:defRPr sz="16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9" name="Google Shape;39;p17"/>
          <p:cNvSpPr/>
          <p:nvPr/>
        </p:nvSpPr>
        <p:spPr>
          <a:xfrm>
            <a:off x="9354457" y="5363987"/>
            <a:ext cx="457200" cy="4572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0" name="Google Shape;40;p17"/>
          <p:cNvSpPr/>
          <p:nvPr/>
        </p:nvSpPr>
        <p:spPr>
          <a:xfrm>
            <a:off x="6692791" y="1699889"/>
            <a:ext cx="319749" cy="31974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1" name="Google Shape;41;p17"/>
          <p:cNvSpPr/>
          <p:nvPr/>
        </p:nvSpPr>
        <p:spPr>
          <a:xfrm>
            <a:off x="9354457" y="5897738"/>
            <a:ext cx="179977" cy="17997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2" name="Google Shape;42;p17"/>
          <p:cNvSpPr/>
          <p:nvPr>
            <p:ph idx="2" type="pic"/>
          </p:nvPr>
        </p:nvSpPr>
        <p:spPr>
          <a:xfrm>
            <a:off x="7090227" y="786181"/>
            <a:ext cx="4441372" cy="5393036"/>
          </a:xfrm>
          <a:prstGeom prst="rect">
            <a:avLst/>
          </a:prstGeom>
          <a:noFill/>
          <a:ln>
            <a:noFill/>
          </a:ln>
        </p:spPr>
      </p:sp>
      <p:sp>
        <p:nvSpPr>
          <p:cNvPr id="43" name="Google Shape;43;p17"/>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44" name="Shape 44"/>
        <p:cNvGrpSpPr/>
        <p:nvPr/>
      </p:nvGrpSpPr>
      <p:grpSpPr>
        <a:xfrm>
          <a:off x="0" y="0"/>
          <a:ext cx="0" cy="0"/>
          <a:chOff x="0" y="0"/>
          <a:chExt cx="0" cy="0"/>
        </a:xfrm>
      </p:grpSpPr>
      <p:sp>
        <p:nvSpPr>
          <p:cNvPr id="45" name="Google Shape;45;p18"/>
          <p:cNvSpPr/>
          <p:nvPr/>
        </p:nvSpPr>
        <p:spPr>
          <a:xfrm>
            <a:off x="7362825" y="443263"/>
            <a:ext cx="361950" cy="36195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6" name="Google Shape;46;p18"/>
          <p:cNvSpPr/>
          <p:nvPr/>
        </p:nvSpPr>
        <p:spPr>
          <a:xfrm>
            <a:off x="11007246" y="5605994"/>
            <a:ext cx="654227" cy="6542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7" name="Google Shape;47;p18"/>
          <p:cNvSpPr/>
          <p:nvPr/>
        </p:nvSpPr>
        <p:spPr>
          <a:xfrm>
            <a:off x="10683791" y="6132439"/>
            <a:ext cx="251152" cy="2511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8" name="Google Shape;48;p18"/>
          <p:cNvSpPr/>
          <p:nvPr>
            <p:ph idx="2" type="pic"/>
          </p:nvPr>
        </p:nvSpPr>
        <p:spPr>
          <a:xfrm>
            <a:off x="5733416" y="624239"/>
            <a:ext cx="5855754" cy="5631571"/>
          </a:xfrm>
          <a:prstGeom prst="rect">
            <a:avLst/>
          </a:prstGeom>
          <a:noFill/>
          <a:ln>
            <a:noFill/>
          </a:ln>
        </p:spPr>
      </p:sp>
      <p:sp>
        <p:nvSpPr>
          <p:cNvPr id="49" name="Google Shape;49;p18"/>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lnSpc>
                <a:spcPct val="150000"/>
              </a:lnSpc>
              <a:spcBef>
                <a:spcPts val="1000"/>
              </a:spcBef>
              <a:spcAft>
                <a:spcPts val="0"/>
              </a:spcAft>
              <a:buClr>
                <a:schemeClr val="accent4"/>
              </a:buClr>
              <a:buSzPts val="1600"/>
              <a:buFont typeface="Noto Sans Symbols"/>
              <a:buChar char="▪"/>
              <a:defRPr sz="2000"/>
            </a:lvl1pPr>
            <a:lvl2pPr indent="-330200" lvl="1" marL="914400" algn="l">
              <a:spcBef>
                <a:spcPts val="1000"/>
              </a:spcBef>
              <a:spcAft>
                <a:spcPts val="0"/>
              </a:spcAft>
              <a:buClr>
                <a:schemeClr val="accent4"/>
              </a:buClr>
              <a:buSzPts val="1600"/>
              <a:buFont typeface="Noto Sans Symbols"/>
              <a:buChar char="▪"/>
              <a:defRPr sz="2000"/>
            </a:lvl2pPr>
            <a:lvl3pPr indent="-320040" lvl="2" marL="1371600" algn="l">
              <a:spcBef>
                <a:spcPts val="1000"/>
              </a:spcBef>
              <a:spcAft>
                <a:spcPts val="0"/>
              </a:spcAft>
              <a:buClr>
                <a:schemeClr val="accent4"/>
              </a:buClr>
              <a:buSzPts val="1440"/>
              <a:buFont typeface="Noto Sans Symbols"/>
              <a:buChar char="▪"/>
              <a:defRPr sz="1800"/>
            </a:lvl3pPr>
            <a:lvl4pPr indent="-320040" lvl="3" marL="1828800" algn="l">
              <a:spcBef>
                <a:spcPts val="1000"/>
              </a:spcBef>
              <a:spcAft>
                <a:spcPts val="0"/>
              </a:spcAft>
              <a:buClr>
                <a:schemeClr val="accent4"/>
              </a:buClr>
              <a:buSzPts val="1440"/>
              <a:buFont typeface="Noto Sans Symbols"/>
              <a:buChar char="▪"/>
              <a:defRPr sz="1800"/>
            </a:lvl4pPr>
            <a:lvl5pPr indent="-320040" lvl="4" marL="2286000" algn="l">
              <a:spcBef>
                <a:spcPts val="1000"/>
              </a:spcBef>
              <a:spcAft>
                <a:spcPts val="0"/>
              </a:spcAft>
              <a:buClr>
                <a:schemeClr val="accent4"/>
              </a:buClr>
              <a:buSzPts val="1440"/>
              <a:buFont typeface="Noto Sans Symbols"/>
              <a:buChar char="▪"/>
              <a:defRPr sz="18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0" name="Google Shape;50;p18"/>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51" name="Shape 51"/>
        <p:cNvGrpSpPr/>
        <p:nvPr/>
      </p:nvGrpSpPr>
      <p:grpSpPr>
        <a:xfrm>
          <a:off x="0" y="0"/>
          <a:ext cx="0" cy="0"/>
          <a:chOff x="0" y="0"/>
          <a:chExt cx="0" cy="0"/>
        </a:xfrm>
      </p:grpSpPr>
      <p:sp>
        <p:nvSpPr>
          <p:cNvPr id="52" name="Google Shape;52;p19"/>
          <p:cNvSpPr/>
          <p:nvPr>
            <p:ph idx="2" type="pic"/>
          </p:nvPr>
        </p:nvSpPr>
        <p:spPr>
          <a:xfrm>
            <a:off x="5353508" y="2555551"/>
            <a:ext cx="1484985" cy="1280160"/>
          </a:xfrm>
          <a:prstGeom prst="rect">
            <a:avLst/>
          </a:prstGeom>
          <a:noFill/>
          <a:ln>
            <a:noFill/>
          </a:ln>
        </p:spPr>
      </p:sp>
      <p:sp>
        <p:nvSpPr>
          <p:cNvPr id="53" name="Google Shape;53;p19"/>
          <p:cNvSpPr/>
          <p:nvPr>
            <p:ph idx="3" type="pic"/>
          </p:nvPr>
        </p:nvSpPr>
        <p:spPr>
          <a:xfrm>
            <a:off x="3115921" y="2555551"/>
            <a:ext cx="1484985" cy="1280160"/>
          </a:xfrm>
          <a:prstGeom prst="rect">
            <a:avLst/>
          </a:prstGeom>
          <a:noFill/>
          <a:ln>
            <a:noFill/>
          </a:ln>
        </p:spPr>
      </p:sp>
      <p:sp>
        <p:nvSpPr>
          <p:cNvPr id="54" name="Google Shape;54;p19"/>
          <p:cNvSpPr/>
          <p:nvPr>
            <p:ph idx="4" type="pic"/>
          </p:nvPr>
        </p:nvSpPr>
        <p:spPr>
          <a:xfrm>
            <a:off x="7602465" y="2555551"/>
            <a:ext cx="1484985" cy="1280160"/>
          </a:xfrm>
          <a:prstGeom prst="rect">
            <a:avLst/>
          </a:prstGeom>
          <a:noFill/>
          <a:ln>
            <a:noFill/>
          </a:ln>
        </p:spPr>
      </p:sp>
      <p:sp>
        <p:nvSpPr>
          <p:cNvPr id="55" name="Google Shape;55;p19"/>
          <p:cNvSpPr/>
          <p:nvPr>
            <p:ph idx="5" type="pic"/>
          </p:nvPr>
        </p:nvSpPr>
        <p:spPr>
          <a:xfrm>
            <a:off x="9840051" y="2555551"/>
            <a:ext cx="1484985" cy="1280160"/>
          </a:xfrm>
          <a:prstGeom prst="rect">
            <a:avLst/>
          </a:prstGeom>
          <a:noFill/>
          <a:ln>
            <a:noFill/>
          </a:ln>
        </p:spPr>
      </p:sp>
      <p:sp>
        <p:nvSpPr>
          <p:cNvPr id="56" name="Google Shape;56;p19"/>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p:nvPr/>
        </p:nvSpPr>
        <p:spPr>
          <a:xfrm>
            <a:off x="546669" y="3467555"/>
            <a:ext cx="458268" cy="395059"/>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8" name="Google Shape;58;p19"/>
          <p:cNvSpPr/>
          <p:nvPr/>
        </p:nvSpPr>
        <p:spPr>
          <a:xfrm>
            <a:off x="11113337" y="2394722"/>
            <a:ext cx="358391" cy="308958"/>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9" name="Google Shape;59;p19"/>
          <p:cNvSpPr/>
          <p:nvPr/>
        </p:nvSpPr>
        <p:spPr>
          <a:xfrm>
            <a:off x="10882649" y="2202202"/>
            <a:ext cx="230688" cy="198869"/>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60" name="Google Shape;60;p19"/>
          <p:cNvSpPr txBox="1"/>
          <p:nvPr>
            <p:ph idx="1" type="body"/>
          </p:nvPr>
        </p:nvSpPr>
        <p:spPr>
          <a:xfrm>
            <a:off x="546668"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1" name="Google Shape;61;p19"/>
          <p:cNvSpPr txBox="1"/>
          <p:nvPr>
            <p:ph idx="6" type="body"/>
          </p:nvPr>
        </p:nvSpPr>
        <p:spPr>
          <a:xfrm>
            <a:off x="556692"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19"/>
          <p:cNvSpPr txBox="1"/>
          <p:nvPr>
            <p:ph idx="7" type="body"/>
          </p:nvPr>
        </p:nvSpPr>
        <p:spPr>
          <a:xfrm>
            <a:off x="2789482"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19"/>
          <p:cNvSpPr txBox="1"/>
          <p:nvPr>
            <p:ph idx="8" type="body"/>
          </p:nvPr>
        </p:nvSpPr>
        <p:spPr>
          <a:xfrm>
            <a:off x="278948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19"/>
          <p:cNvSpPr txBox="1"/>
          <p:nvPr>
            <p:ph idx="9" type="body"/>
          </p:nvPr>
        </p:nvSpPr>
        <p:spPr>
          <a:xfrm>
            <a:off x="5032296"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5" name="Google Shape;65;p19"/>
          <p:cNvSpPr txBox="1"/>
          <p:nvPr>
            <p:ph idx="13" type="body"/>
          </p:nvPr>
        </p:nvSpPr>
        <p:spPr>
          <a:xfrm>
            <a:off x="502920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19"/>
          <p:cNvSpPr txBox="1"/>
          <p:nvPr>
            <p:ph idx="14" type="body"/>
          </p:nvPr>
        </p:nvSpPr>
        <p:spPr>
          <a:xfrm>
            <a:off x="7275110"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7" name="Google Shape;67;p19"/>
          <p:cNvSpPr txBox="1"/>
          <p:nvPr>
            <p:ph idx="15" type="body"/>
          </p:nvPr>
        </p:nvSpPr>
        <p:spPr>
          <a:xfrm>
            <a:off x="727511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19"/>
          <p:cNvSpPr txBox="1"/>
          <p:nvPr>
            <p:ph idx="16" type="body"/>
          </p:nvPr>
        </p:nvSpPr>
        <p:spPr>
          <a:xfrm>
            <a:off x="9517923"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9" name="Google Shape;69;p19"/>
          <p:cNvSpPr txBox="1"/>
          <p:nvPr>
            <p:ph idx="17" type="body"/>
          </p:nvPr>
        </p:nvSpPr>
        <p:spPr>
          <a:xfrm>
            <a:off x="951792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0" name="Google Shape;70;p19"/>
          <p:cNvSpPr/>
          <p:nvPr>
            <p:ph idx="18" type="pic"/>
          </p:nvPr>
        </p:nvSpPr>
        <p:spPr>
          <a:xfrm>
            <a:off x="878337" y="2555551"/>
            <a:ext cx="1484985" cy="128016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71" name="Shape 71"/>
        <p:cNvGrpSpPr/>
        <p:nvPr/>
      </p:nvGrpSpPr>
      <p:grpSpPr>
        <a:xfrm>
          <a:off x="0" y="0"/>
          <a:ext cx="0" cy="0"/>
          <a:chOff x="0" y="0"/>
          <a:chExt cx="0" cy="0"/>
        </a:xfrm>
      </p:grpSpPr>
      <p:grpSp>
        <p:nvGrpSpPr>
          <p:cNvPr id="72" name="Google Shape;72;p20"/>
          <p:cNvGrpSpPr/>
          <p:nvPr/>
        </p:nvGrpSpPr>
        <p:grpSpPr>
          <a:xfrm>
            <a:off x="0" y="-8467"/>
            <a:ext cx="12192000" cy="6866467"/>
            <a:chOff x="0" y="-8467"/>
            <a:chExt cx="12192000" cy="6866467"/>
          </a:xfrm>
        </p:grpSpPr>
        <p:sp>
          <p:nvSpPr>
            <p:cNvPr id="73" name="Google Shape;73;p20"/>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74" name="Google Shape;74;p20"/>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75" name="Google Shape;75;p20"/>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76" name="Google Shape;76;p20"/>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77" name="Google Shape;77;p20"/>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78" name="Google Shape;78;p20"/>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0"/>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80" name="Google Shape;80;p20"/>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81" name="Google Shape;81;p20"/>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82" name="Google Shape;82;p20"/>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20"/>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0"/>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85" name="Google Shape;85;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2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1" name="Google Shape;91;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22"/>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2"/>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2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0" name="Shape 100"/>
        <p:cNvGrpSpPr/>
        <p:nvPr/>
      </p:nvGrpSpPr>
      <p:grpSpPr>
        <a:xfrm>
          <a:off x="0" y="0"/>
          <a:ext cx="0" cy="0"/>
          <a:chOff x="0" y="0"/>
          <a:chExt cx="0" cy="0"/>
        </a:xfrm>
      </p:grpSpPr>
      <p:sp>
        <p:nvSpPr>
          <p:cNvPr id="101" name="Google Shape;101;p2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3"/>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23"/>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4" name="Google Shape;104;p2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7" name="Shape 107"/>
        <p:cNvGrpSpPr/>
        <p:nvPr/>
      </p:nvGrpSpPr>
      <p:grpSpPr>
        <a:xfrm>
          <a:off x="0" y="0"/>
          <a:ext cx="0" cy="0"/>
          <a:chOff x="0" y="0"/>
          <a:chExt cx="0" cy="0"/>
        </a:xfrm>
      </p:grpSpPr>
      <p:sp>
        <p:nvSpPr>
          <p:cNvPr id="108" name="Google Shape;108;p2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4"/>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0" name="Google Shape;110;p24"/>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1" name="Google Shape;111;p24"/>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2" name="Google Shape;112;p24"/>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3" name="Google Shape;113;p2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2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p2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2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2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5" name="Shape 125"/>
        <p:cNvGrpSpPr/>
        <p:nvPr/>
      </p:nvGrpSpPr>
      <p:grpSpPr>
        <a:xfrm>
          <a:off x="0" y="0"/>
          <a:ext cx="0" cy="0"/>
          <a:chOff x="0" y="0"/>
          <a:chExt cx="0" cy="0"/>
        </a:xfrm>
      </p:grpSpPr>
      <p:sp>
        <p:nvSpPr>
          <p:cNvPr id="126" name="Google Shape;126;p27"/>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7"/>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8" name="Google Shape;128;p27"/>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129" name="Google Shape;129;p2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28"/>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8"/>
          <p:cNvSpPr/>
          <p:nvPr>
            <p:ph idx="2" type="pic"/>
          </p:nvPr>
        </p:nvSpPr>
        <p:spPr>
          <a:xfrm>
            <a:off x="677334" y="609600"/>
            <a:ext cx="8596668" cy="3845718"/>
          </a:xfrm>
          <a:prstGeom prst="rect">
            <a:avLst/>
          </a:prstGeom>
          <a:noFill/>
          <a:ln>
            <a:noFill/>
          </a:ln>
        </p:spPr>
      </p:sp>
      <p:sp>
        <p:nvSpPr>
          <p:cNvPr id="135" name="Google Shape;135;p28"/>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6" name="Google Shape;136;p2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2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39" name="Shape 139"/>
        <p:cNvGrpSpPr/>
        <p:nvPr/>
      </p:nvGrpSpPr>
      <p:grpSpPr>
        <a:xfrm>
          <a:off x="0" y="0"/>
          <a:ext cx="0" cy="0"/>
          <a:chOff x="0" y="0"/>
          <a:chExt cx="0" cy="0"/>
        </a:xfrm>
      </p:grpSpPr>
      <p:sp>
        <p:nvSpPr>
          <p:cNvPr id="140" name="Google Shape;140;p29"/>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9"/>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2" name="Google Shape;142;p2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2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45" name="Shape 145"/>
        <p:cNvGrpSpPr/>
        <p:nvPr/>
      </p:nvGrpSpPr>
      <p:grpSpPr>
        <a:xfrm>
          <a:off x="0" y="0"/>
          <a:ext cx="0" cy="0"/>
          <a:chOff x="0" y="0"/>
          <a:chExt cx="0" cy="0"/>
        </a:xfrm>
      </p:grpSpPr>
      <p:sp>
        <p:nvSpPr>
          <p:cNvPr id="146" name="Google Shape;146;p30"/>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0"/>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8" name="Google Shape;148;p30"/>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9" name="Google Shape;149;p3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3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2" name="Google Shape;152;p30"/>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53" name="Google Shape;153;p30"/>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54" name="Shape 154"/>
        <p:cNvGrpSpPr/>
        <p:nvPr/>
      </p:nvGrpSpPr>
      <p:grpSpPr>
        <a:xfrm>
          <a:off x="0" y="0"/>
          <a:ext cx="0" cy="0"/>
          <a:chOff x="0" y="0"/>
          <a:chExt cx="0" cy="0"/>
        </a:xfrm>
      </p:grpSpPr>
      <p:sp>
        <p:nvSpPr>
          <p:cNvPr id="155" name="Google Shape;155;p31"/>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1"/>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57" name="Google Shape;157;p3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3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3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60" name="Shape 160"/>
        <p:cNvGrpSpPr/>
        <p:nvPr/>
      </p:nvGrpSpPr>
      <p:grpSpPr>
        <a:xfrm>
          <a:off x="0" y="0"/>
          <a:ext cx="0" cy="0"/>
          <a:chOff x="0" y="0"/>
          <a:chExt cx="0" cy="0"/>
        </a:xfrm>
      </p:grpSpPr>
      <p:sp>
        <p:nvSpPr>
          <p:cNvPr id="161" name="Google Shape;161;p32"/>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2"/>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63" name="Google Shape;163;p32"/>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64" name="Google Shape;164;p3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3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3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32"/>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68" name="Google Shape;168;p32"/>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69" name="Shape 169"/>
        <p:cNvGrpSpPr/>
        <p:nvPr/>
      </p:nvGrpSpPr>
      <p:grpSpPr>
        <a:xfrm>
          <a:off x="0" y="0"/>
          <a:ext cx="0" cy="0"/>
          <a:chOff x="0" y="0"/>
          <a:chExt cx="0" cy="0"/>
        </a:xfrm>
      </p:grpSpPr>
      <p:sp>
        <p:nvSpPr>
          <p:cNvPr id="170" name="Google Shape;170;p33"/>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33"/>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2" name="Google Shape;172;p33"/>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73" name="Google Shape;173;p3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3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6" name="Shape 176"/>
        <p:cNvGrpSpPr/>
        <p:nvPr/>
      </p:nvGrpSpPr>
      <p:grpSpPr>
        <a:xfrm>
          <a:off x="0" y="0"/>
          <a:ext cx="0" cy="0"/>
          <a:chOff x="0" y="0"/>
          <a:chExt cx="0" cy="0"/>
        </a:xfrm>
      </p:grpSpPr>
      <p:sp>
        <p:nvSpPr>
          <p:cNvPr id="177" name="Google Shape;177;p3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34"/>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9" name="Google Shape;179;p3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3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3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2" name="Shape 182"/>
        <p:cNvGrpSpPr/>
        <p:nvPr/>
      </p:nvGrpSpPr>
      <p:grpSpPr>
        <a:xfrm>
          <a:off x="0" y="0"/>
          <a:ext cx="0" cy="0"/>
          <a:chOff x="0" y="0"/>
          <a:chExt cx="0" cy="0"/>
        </a:xfrm>
      </p:grpSpPr>
      <p:sp>
        <p:nvSpPr>
          <p:cNvPr id="183" name="Google Shape;183;p35"/>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35"/>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5" name="Google Shape;185;p3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3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3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188" name="Shape 188"/>
        <p:cNvGrpSpPr/>
        <p:nvPr/>
      </p:nvGrpSpPr>
      <p:grpSpPr>
        <a:xfrm>
          <a:off x="0" y="0"/>
          <a:ext cx="0" cy="0"/>
          <a:chOff x="0" y="0"/>
          <a:chExt cx="0" cy="0"/>
        </a:xfrm>
      </p:grpSpPr>
      <p:sp>
        <p:nvSpPr>
          <p:cNvPr id="189" name="Google Shape;189;p36"/>
          <p:cNvSpPr/>
          <p:nvPr>
            <p:ph idx="2" type="pic"/>
          </p:nvPr>
        </p:nvSpPr>
        <p:spPr>
          <a:xfrm>
            <a:off x="0" y="0"/>
            <a:ext cx="12192000" cy="6858000"/>
          </a:xfrm>
          <a:prstGeom prst="rect">
            <a:avLst/>
          </a:prstGeom>
          <a:noFill/>
          <a:ln>
            <a:noFill/>
          </a:ln>
        </p:spPr>
      </p:sp>
      <p:sp>
        <p:nvSpPr>
          <p:cNvPr descr="Tall office building looking up" id="190" name="Google Shape;190;p36"/>
          <p:cNvSpPr/>
          <p:nvPr/>
        </p:nvSpPr>
        <p:spPr>
          <a:xfrm>
            <a:off x="3718560" y="1181123"/>
            <a:ext cx="4754880" cy="4495754"/>
          </a:xfrm>
          <a:prstGeom prst="rect">
            <a:avLst/>
          </a:prstGeom>
          <a:solidFill>
            <a:schemeClr val="accent5">
              <a:alpha val="40000"/>
            </a:schemeClr>
          </a:solidFill>
          <a:ln cap="flat" cmpd="sng" w="603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91" name="Google Shape;191;p36"/>
          <p:cNvSpPr txBox="1"/>
          <p:nvPr>
            <p:ph idx="1" type="body"/>
          </p:nvPr>
        </p:nvSpPr>
        <p:spPr>
          <a:xfrm>
            <a:off x="4149139" y="4859469"/>
            <a:ext cx="3924934" cy="490538"/>
          </a:xfrm>
          <a:prstGeom prst="rect">
            <a:avLst/>
          </a:prstGeom>
          <a:noFill/>
          <a:ln>
            <a:noFill/>
          </a:ln>
        </p:spPr>
        <p:txBody>
          <a:bodyPr anchorCtr="0" anchor="t" bIns="45700" lIns="91425" spcFirstLastPara="1" rIns="91425" wrap="square" tIns="45700">
            <a:normAutofit/>
          </a:bodyPr>
          <a:lstStyle>
            <a:lvl1pPr indent="-228600" lvl="0" marL="457200" algn="r">
              <a:spcBef>
                <a:spcPts val="1000"/>
              </a:spcBef>
              <a:spcAft>
                <a:spcPts val="0"/>
              </a:spcAft>
              <a:buSzPts val="1920"/>
              <a:buNone/>
              <a:defRPr b="1" sz="2400">
                <a:solidFill>
                  <a:schemeClr val="accent4"/>
                </a:solidFill>
                <a:latin typeface="Calibri"/>
                <a:ea typeface="Calibri"/>
                <a:cs typeface="Calibri"/>
                <a:sym typeface="Calibri"/>
              </a:defRPr>
            </a:lvl1pPr>
            <a:lvl2pPr indent="-228600" lvl="1" marL="914400" algn="l">
              <a:spcBef>
                <a:spcPts val="1000"/>
              </a:spcBef>
              <a:spcAft>
                <a:spcPts val="0"/>
              </a:spcAft>
              <a:buSzPts val="1280"/>
              <a:buNone/>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92" name="Google Shape;192;p36"/>
          <p:cNvSpPr txBox="1"/>
          <p:nvPr>
            <p:ph type="title"/>
          </p:nvPr>
        </p:nvSpPr>
        <p:spPr>
          <a:xfrm>
            <a:off x="4149139" y="1529685"/>
            <a:ext cx="3924934" cy="1695637"/>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Clr>
                <a:schemeClr val="lt1"/>
              </a:buClr>
              <a:buSzPts val="4800"/>
              <a:buFont typeface="Trebuchet MS"/>
              <a:buNone/>
              <a:defRPr b="1" sz="4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5"/>
          <p:cNvGrpSpPr/>
          <p:nvPr/>
        </p:nvGrpSpPr>
        <p:grpSpPr>
          <a:xfrm>
            <a:off x="0" y="-8467"/>
            <a:ext cx="12192000" cy="6866467"/>
            <a:chOff x="0" y="-8467"/>
            <a:chExt cx="12192000" cy="6866467"/>
          </a:xfrm>
        </p:grpSpPr>
        <p:cxnSp>
          <p:nvCxnSpPr>
            <p:cNvPr id="11" name="Google Shape;11;p15"/>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12" name="Google Shape;12;p15"/>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13" name="Google Shape;13;p15"/>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4" name="Google Shape;14;p15"/>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5"/>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5"/>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7" name="Google Shape;17;p15"/>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8" name="Google Shape;18;p15"/>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5"/>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5"/>
            <p:cNvSpPr/>
            <p:nvPr/>
          </p:nvSpPr>
          <p:spPr>
            <a:xfrm>
              <a:off x="0" y="4013200"/>
              <a:ext cx="448733" cy="2844800"/>
            </a:xfrm>
            <a:prstGeom prst="triangle">
              <a:avLst>
                <a:gd fmla="val 0" name="adj"/>
              </a:avLst>
            </a:prstGeom>
            <a:solidFill>
              <a:schemeClr val="accent1">
                <a:alpha val="7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15"/>
          <p:cNvSpPr txBox="1"/>
          <p:nvPr/>
        </p:nvSpPr>
        <p:spPr>
          <a:xfrm>
            <a:off x="660396"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chemeClr val="accent2"/>
                </a:solidFill>
                <a:latin typeface="Trebuchet MS"/>
                <a:ea typeface="Trebuchet MS"/>
                <a:cs typeface="Trebuchet MS"/>
                <a:sym typeface="Trebuchet MS"/>
              </a:rPr>
              <a:t>9/3/2026</a:t>
            </a:r>
            <a:endParaRPr b="0" i="0" sz="1100" u="none" cap="none" strike="noStrike">
              <a:solidFill>
                <a:schemeClr val="accent2"/>
              </a:solidFill>
              <a:latin typeface="Trebuchet MS"/>
              <a:ea typeface="Trebuchet MS"/>
              <a:cs typeface="Trebuchet MS"/>
              <a:sym typeface="Trebuchet MS"/>
            </a:endParaRPr>
          </a:p>
        </p:txBody>
      </p:sp>
      <p:sp>
        <p:nvSpPr>
          <p:cNvPr id="27" name="Google Shape;27;p15"/>
          <p:cNvSpPr txBox="1"/>
          <p:nvPr/>
        </p:nvSpPr>
        <p:spPr>
          <a:xfrm>
            <a:off x="1445526" y="6378906"/>
            <a:ext cx="41148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chemeClr val="accent2"/>
                </a:solidFill>
                <a:latin typeface="Trebuchet MS"/>
                <a:ea typeface="Trebuchet MS"/>
                <a:cs typeface="Trebuchet MS"/>
                <a:sym typeface="Trebuchet MS"/>
              </a:rPr>
              <a:t>Annual Review</a:t>
            </a:r>
            <a:endParaRPr/>
          </a:p>
        </p:txBody>
      </p:sp>
      <p:sp>
        <p:nvSpPr>
          <p:cNvPr id="28" name="Google Shape;28;p15"/>
          <p:cNvSpPr txBox="1"/>
          <p:nvPr/>
        </p:nvSpPr>
        <p:spPr>
          <a:xfrm>
            <a:off x="8805338"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4"/>
                </a:solidFill>
                <a:latin typeface="Trebuchet MS"/>
                <a:ea typeface="Trebuchet MS"/>
                <a:cs typeface="Trebuchet MS"/>
                <a:sym typeface="Trebuchet MS"/>
              </a:rPr>
              <a:t>‹#›</a:t>
            </a:fld>
            <a:endParaRPr b="0" i="0" sz="1100" u="none" cap="none" strike="noStrike">
              <a:solidFill>
                <a:schemeClr val="accent4"/>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jp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
          <p:cNvSpPr txBox="1"/>
          <p:nvPr>
            <p:ph idx="1" type="body"/>
          </p:nvPr>
        </p:nvSpPr>
        <p:spPr>
          <a:xfrm>
            <a:off x="859025" y="3651525"/>
            <a:ext cx="5269800" cy="861600"/>
          </a:xfrm>
          <a:prstGeom prst="rect">
            <a:avLst/>
          </a:prstGeom>
          <a:noFill/>
          <a:ln>
            <a:noFill/>
          </a:ln>
        </p:spPr>
        <p:txBody>
          <a:bodyPr anchorCtr="0" anchor="t" bIns="45700" lIns="91425" spcFirstLastPara="1" rIns="91425" wrap="square" tIns="45700">
            <a:normAutofit fontScale="92500"/>
          </a:bodyPr>
          <a:lstStyle/>
          <a:p>
            <a:pPr indent="0" lvl="0" marL="0" rtl="0" algn="l">
              <a:spcBef>
                <a:spcPts val="0"/>
              </a:spcBef>
              <a:spcAft>
                <a:spcPts val="0"/>
              </a:spcAft>
              <a:buSzPct val="80000"/>
              <a:buNone/>
            </a:pPr>
            <a:r>
              <a:rPr lang="en-US">
                <a:solidFill>
                  <a:schemeClr val="dk1"/>
                </a:solidFill>
              </a:rPr>
              <a:t>Student Name - TIPPARABOINA NITHIN</a:t>
            </a:r>
            <a:endParaRPr>
              <a:solidFill>
                <a:schemeClr val="dk1"/>
              </a:solidFill>
            </a:endParaRPr>
          </a:p>
          <a:p>
            <a:pPr indent="0" lvl="0" marL="0" rtl="0" algn="l">
              <a:spcBef>
                <a:spcPts val="1000"/>
              </a:spcBef>
              <a:spcAft>
                <a:spcPts val="0"/>
              </a:spcAft>
              <a:buSzPct val="80000"/>
              <a:buNone/>
            </a:pPr>
            <a:r>
              <a:rPr lang="en-US">
                <a:solidFill>
                  <a:schemeClr val="dk1"/>
                </a:solidFill>
              </a:rPr>
              <a:t>College Name-    ACE ENGINEERING COLLEGE                              </a:t>
            </a:r>
            <a:endParaRPr>
              <a:solidFill>
                <a:schemeClr val="dk1"/>
              </a:solidFill>
            </a:endParaRPr>
          </a:p>
        </p:txBody>
      </p:sp>
      <p:sp>
        <p:nvSpPr>
          <p:cNvPr id="198" name="Google Shape;198;p1"/>
          <p:cNvSpPr txBox="1"/>
          <p:nvPr>
            <p:ph type="title"/>
          </p:nvPr>
        </p:nvSpPr>
        <p:spPr>
          <a:xfrm>
            <a:off x="678385" y="2844750"/>
            <a:ext cx="9539700" cy="7434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sz="3200"/>
              <a:t>Project Title - Seasonal Agriculture Performance Analysis </a:t>
            </a:r>
            <a:endParaRPr sz="3200"/>
          </a:p>
        </p:txBody>
      </p:sp>
      <p:sp>
        <p:nvSpPr>
          <p:cNvPr id="199" name="Google Shape;199;p1"/>
          <p:cNvSpPr txBox="1"/>
          <p:nvPr/>
        </p:nvSpPr>
        <p:spPr>
          <a:xfrm>
            <a:off x="6400800" y="2794001"/>
            <a:ext cx="3312160" cy="86149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920"/>
              <a:buFont typeface="Noto Sans Symbols"/>
              <a:buNone/>
            </a:pPr>
            <a:r>
              <a:t/>
            </a:r>
            <a:endParaRPr b="1" i="0" sz="2400" u="none" cap="none" strike="noStrike">
              <a:solidFill>
                <a:schemeClr val="accent4"/>
              </a:solidFill>
              <a:latin typeface="Trebuchet MS"/>
              <a:ea typeface="Trebuchet MS"/>
              <a:cs typeface="Trebuchet MS"/>
              <a:sym typeface="Trebuchet MS"/>
            </a:endParaRPr>
          </a:p>
        </p:txBody>
      </p:sp>
      <p:pic>
        <p:nvPicPr>
          <p:cNvPr id="200" name="Google Shape;200;p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01" name="Google Shape;201;p1"/>
          <p:cNvSpPr txBox="1"/>
          <p:nvPr/>
        </p:nvSpPr>
        <p:spPr>
          <a:xfrm>
            <a:off x="859026" y="4576500"/>
            <a:ext cx="610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Trebuchet MS"/>
                <a:ea typeface="Trebuchet MS"/>
                <a:cs typeface="Trebuchet MS"/>
                <a:sym typeface="Trebuchet MS"/>
              </a:rPr>
              <a:t>AICTE STU ID : </a:t>
            </a:r>
            <a:r>
              <a:rPr b="1" lang="en-US" sz="1800">
                <a:solidFill>
                  <a:schemeClr val="dk1"/>
                </a:solidFill>
                <a:latin typeface="Trebuchet MS"/>
                <a:ea typeface="Trebuchet MS"/>
                <a:cs typeface="Trebuchet MS"/>
                <a:sym typeface="Trebuchet MS"/>
              </a:rPr>
              <a:t>STU6a68ce16048521785253398</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822"/>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500"/>
                                        <p:tgtEl>
                                          <p:spTgt spid="199"/>
                                        </p:tgtEl>
                                        <p:attrNameLst>
                                          <p:attrName>ppt_w</p:attrName>
                                        </p:attrNameLst>
                                      </p:cBhvr>
                                      <p:tavLst>
                                        <p:tav fmla="" tm="0">
                                          <p:val>
                                            <p:strVal val="0"/>
                                          </p:val>
                                        </p:tav>
                                        <p:tav fmla="" tm="100000">
                                          <p:val>
                                            <p:strVal val="#ppt_w"/>
                                          </p:val>
                                        </p:tav>
                                      </p:tavLst>
                                    </p:anim>
                                    <p:anim calcmode="lin" valueType="num">
                                      <p:cBhvr additive="base">
                                        <p:cTn dur="500"/>
                                        <p:tgtEl>
                                          <p:spTgt spid="19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5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animEffect filter="fade" transition="in">
                                      <p:cBhvr>
                                        <p:cTn dur="500"/>
                                        <p:tgtEl>
                                          <p:spTgt spid="19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
          <p:cNvSpPr txBox="1"/>
          <p:nvPr>
            <p:ph idx="1" type="body"/>
          </p:nvPr>
        </p:nvSpPr>
        <p:spPr>
          <a:xfrm>
            <a:off x="1046480" y="1875556"/>
            <a:ext cx="6431280" cy="3607987"/>
          </a:xfrm>
          <a:prstGeom prst="rect">
            <a:avLst/>
          </a:prstGeom>
          <a:noFill/>
          <a:ln>
            <a:noFill/>
          </a:ln>
        </p:spPr>
        <p:txBody>
          <a:bodyPr anchorCtr="0" anchor="t" bIns="45700" lIns="91425" spcFirstLastPara="1" rIns="91425" wrap="square" tIns="45700">
            <a:normAutofit fontScale="85000" lnSpcReduction="20000"/>
          </a:bodyPr>
          <a:lstStyle/>
          <a:p>
            <a:pPr indent="-364236" lvl="0" marL="342900" rtl="0" algn="l">
              <a:lnSpc>
                <a:spcPct val="100000"/>
              </a:lnSpc>
              <a:spcBef>
                <a:spcPts val="0"/>
              </a:spcBef>
              <a:spcAft>
                <a:spcPts val="0"/>
              </a:spcAft>
              <a:buSzPct val="80000"/>
              <a:buChar char="▪"/>
            </a:pPr>
            <a:r>
              <a:rPr lang="en-US" sz="2800"/>
              <a:t>Agricultural performance varies across seasons due to differences in environmental conditions, farming practices, resource availability and market conditions. However, raw agricultural data does not clearly show these differences or the patterns behind them. This project analyzes the agricultural dataset to identify seasonal variations, trends, relationships and factors affecting agricultural performance. </a:t>
            </a:r>
            <a:endParaRPr sz="2800"/>
          </a:p>
        </p:txBody>
      </p:sp>
      <p:sp>
        <p:nvSpPr>
          <p:cNvPr id="207" name="Google Shape;207;p2"/>
          <p:cNvSpPr txBox="1"/>
          <p:nvPr>
            <p:ph type="title"/>
          </p:nvPr>
        </p:nvSpPr>
        <p:spPr>
          <a:xfrm>
            <a:off x="754602" y="550417"/>
            <a:ext cx="6995604" cy="790111"/>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PROBLEM  STATEMENT</a:t>
            </a:r>
            <a:endParaRPr/>
          </a:p>
        </p:txBody>
      </p:sp>
      <p:pic>
        <p:nvPicPr>
          <p:cNvPr id="208" name="Google Shape;208;p2"/>
          <p:cNvPicPr preferRelativeResize="0"/>
          <p:nvPr/>
        </p:nvPicPr>
        <p:blipFill rotWithShape="1">
          <a:blip r:embed="rId3">
            <a:alphaModFix/>
          </a:blip>
          <a:srcRect b="0" l="0" r="0" t="0"/>
          <a:stretch/>
        </p:blipFill>
        <p:spPr>
          <a:xfrm>
            <a:off x="7995684" y="2930834"/>
            <a:ext cx="2760758" cy="3264409"/>
          </a:xfrm>
          <a:prstGeom prst="rect">
            <a:avLst/>
          </a:prstGeom>
          <a:noFill/>
          <a:ln>
            <a:noFill/>
          </a:ln>
        </p:spPr>
      </p:pic>
      <p:pic>
        <p:nvPicPr>
          <p:cNvPr id="209" name="Google Shape;209;p2"/>
          <p:cNvPicPr preferRelativeResize="0"/>
          <p:nvPr/>
        </p:nvPicPr>
        <p:blipFill rotWithShape="1">
          <a:blip r:embed="rId4">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07"/>
                                        </p:tgtEl>
                                        <p:attrNameLst>
                                          <p:attrName>style.visibility</p:attrName>
                                        </p:attrNameLst>
                                      </p:cBhvr>
                                      <p:to>
                                        <p:strVal val="visible"/>
                                      </p:to>
                                    </p:set>
                                    <p:anim calcmode="lin" valueType="num">
                                      <p:cBhvr additive="base">
                                        <p:cTn dur="500"/>
                                        <p:tgtEl>
                                          <p:spTgt spid="207"/>
                                        </p:tgtEl>
                                        <p:attrNameLst>
                                          <p:attrName>ppt_w</p:attrName>
                                        </p:attrNameLst>
                                      </p:cBhvr>
                                      <p:tavLst>
                                        <p:tav fmla="" tm="0">
                                          <p:val>
                                            <p:strVal val="0"/>
                                          </p:val>
                                        </p:tav>
                                        <p:tav fmla="" tm="100000">
                                          <p:val>
                                            <p:strVal val="#ppt_w"/>
                                          </p:val>
                                        </p:tav>
                                      </p:tavLst>
                                    </p:anim>
                                    <p:anim calcmode="lin" valueType="num">
                                      <p:cBhvr additive="base">
                                        <p:cTn dur="500"/>
                                        <p:tgtEl>
                                          <p:spTgt spid="20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animEffect filter="fade" transition="in">
                                      <p:cBhvr>
                                        <p:cTn dur="1000"/>
                                        <p:tgtEl>
                                          <p:spTgt spid="20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13" name="Shape 213"/>
        <p:cNvGrpSpPr/>
        <p:nvPr/>
      </p:nvGrpSpPr>
      <p:grpSpPr>
        <a:xfrm>
          <a:off x="0" y="0"/>
          <a:ext cx="0" cy="0"/>
          <a:chOff x="0" y="0"/>
          <a:chExt cx="0" cy="0"/>
        </a:xfrm>
      </p:grpSpPr>
      <p:sp>
        <p:nvSpPr>
          <p:cNvPr id="214" name="Google Shape;214;p3"/>
          <p:cNvSpPr txBox="1"/>
          <p:nvPr>
            <p:ph type="title"/>
          </p:nvPr>
        </p:nvSpPr>
        <p:spPr>
          <a:xfrm>
            <a:off x="660399" y="805213"/>
            <a:ext cx="6276109" cy="83099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Project Description</a:t>
            </a:r>
            <a:br>
              <a:rPr lang="en-US"/>
            </a:br>
            <a:endParaRPr/>
          </a:p>
        </p:txBody>
      </p:sp>
      <p:pic>
        <p:nvPicPr>
          <p:cNvPr id="215" name="Google Shape;215;p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pic>
        <p:nvPicPr>
          <p:cNvPr id="216" name="Google Shape;216;p3"/>
          <p:cNvPicPr preferRelativeResize="0"/>
          <p:nvPr/>
        </p:nvPicPr>
        <p:blipFill rotWithShape="1">
          <a:blip r:embed="rId4">
            <a:alphaModFix/>
          </a:blip>
          <a:srcRect b="0" l="0" r="0" t="0"/>
          <a:stretch/>
        </p:blipFill>
        <p:spPr>
          <a:xfrm>
            <a:off x="467359" y="6410461"/>
            <a:ext cx="3706253" cy="296092"/>
          </a:xfrm>
          <a:prstGeom prst="rect">
            <a:avLst/>
          </a:prstGeom>
          <a:noFill/>
          <a:ln>
            <a:noFill/>
          </a:ln>
        </p:spPr>
      </p:pic>
      <p:sp>
        <p:nvSpPr>
          <p:cNvPr id="217" name="Google Shape;217;p3"/>
          <p:cNvSpPr txBox="1"/>
          <p:nvPr/>
        </p:nvSpPr>
        <p:spPr>
          <a:xfrm>
            <a:off x="988625" y="1944425"/>
            <a:ext cx="6010500" cy="43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chemeClr val="dk1"/>
                </a:solidFill>
              </a:rPr>
              <a:t>This project analyzes agricultural data from 4,000 farm records to understand how crop performance changes across different seasons, crops, irrigation methods and states. The analysis uses Python, Pandas and Matplotlib to clean the data, explore patterns, compare agricultural performance and study relationships between environmental and farming factors. The project focuses on crop yield, production, profit, water usage, water efficiency and disease/pest risk to provide useful data-driven insights for better agricultural planning and resource management </a:t>
            </a:r>
            <a:endParaRPr sz="2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4"/>
                                        </p:tgtEl>
                                        <p:attrNameLst>
                                          <p:attrName>style.visibility</p:attrName>
                                        </p:attrNameLst>
                                      </p:cBhvr>
                                      <p:to>
                                        <p:strVal val="visible"/>
                                      </p:to>
                                    </p:set>
                                    <p:anim calcmode="lin" valueType="num">
                                      <p:cBhvr additive="base">
                                        <p:cTn dur="500"/>
                                        <p:tgtEl>
                                          <p:spTgt spid="214"/>
                                        </p:tgtEl>
                                        <p:attrNameLst>
                                          <p:attrName>ppt_w</p:attrName>
                                        </p:attrNameLst>
                                      </p:cBhvr>
                                      <p:tavLst>
                                        <p:tav fmla="" tm="0">
                                          <p:val>
                                            <p:strVal val="0"/>
                                          </p:val>
                                        </p:tav>
                                        <p:tav fmla="" tm="100000">
                                          <p:val>
                                            <p:strVal val="#ppt_w"/>
                                          </p:val>
                                        </p:tav>
                                      </p:tavLst>
                                    </p:anim>
                                    <p:anim calcmode="lin" valueType="num">
                                      <p:cBhvr additive="base">
                                        <p:cTn dur="500"/>
                                        <p:tgtEl>
                                          <p:spTgt spid="21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
          <p:cNvSpPr txBox="1"/>
          <p:nvPr>
            <p:ph idx="1" type="body"/>
          </p:nvPr>
        </p:nvSpPr>
        <p:spPr>
          <a:xfrm>
            <a:off x="721349" y="1991350"/>
            <a:ext cx="8442300" cy="3990000"/>
          </a:xfrm>
          <a:prstGeom prst="rect">
            <a:avLst/>
          </a:prstGeom>
          <a:noFill/>
          <a:ln>
            <a:noFill/>
          </a:ln>
        </p:spPr>
        <p:txBody>
          <a:bodyPr anchorCtr="0" anchor="t" bIns="45700" lIns="91425" spcFirstLastPara="1" rIns="91425" wrap="square" tIns="45700">
            <a:noAutofit/>
          </a:bodyPr>
          <a:lstStyle/>
          <a:p>
            <a:pPr indent="-342900" lvl="0" marL="457200" rtl="0" algn="just">
              <a:lnSpc>
                <a:spcPct val="15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Farmers – to understand crop performance, irrigation and profitability.</a:t>
            </a:r>
            <a:endParaRPr sz="1800">
              <a:solidFill>
                <a:schemeClr val="dk1"/>
              </a:solidFill>
              <a:latin typeface="Arial"/>
              <a:ea typeface="Arial"/>
              <a:cs typeface="Arial"/>
              <a:sym typeface="Arial"/>
            </a:endParaRPr>
          </a:p>
          <a:p>
            <a:pPr indent="-342900" lvl="0" marL="457200" rtl="0" algn="just">
              <a:lnSpc>
                <a:spcPct val="15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Agricultural planners – to support seasonal and crop planning.</a:t>
            </a:r>
            <a:endParaRPr sz="1800">
              <a:solidFill>
                <a:schemeClr val="dk1"/>
              </a:solidFill>
              <a:latin typeface="Arial"/>
              <a:ea typeface="Arial"/>
              <a:cs typeface="Arial"/>
              <a:sym typeface="Arial"/>
            </a:endParaRPr>
          </a:p>
          <a:p>
            <a:pPr indent="-342900" lvl="0" marL="457200" rtl="0" algn="just">
              <a:lnSpc>
                <a:spcPct val="15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Agricultural decision-makers – to compare yield, profit and resource usage.</a:t>
            </a:r>
            <a:endParaRPr sz="1800">
              <a:solidFill>
                <a:schemeClr val="dk1"/>
              </a:solidFill>
              <a:latin typeface="Arial"/>
              <a:ea typeface="Arial"/>
              <a:cs typeface="Arial"/>
              <a:sym typeface="Arial"/>
            </a:endParaRPr>
          </a:p>
          <a:p>
            <a:pPr indent="-342900" lvl="0" marL="457200" rtl="0" algn="just">
              <a:lnSpc>
                <a:spcPct val="15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Researchers &amp; analysts – to study agricultural trends and relationships.</a:t>
            </a:r>
            <a:endParaRPr sz="1800">
              <a:solidFill>
                <a:schemeClr val="dk1"/>
              </a:solidFill>
              <a:latin typeface="Arial"/>
              <a:ea typeface="Arial"/>
              <a:cs typeface="Arial"/>
              <a:sym typeface="Arial"/>
            </a:endParaRPr>
          </a:p>
          <a:p>
            <a:pPr indent="-342900" lvl="0" marL="457200" rtl="0" algn="just">
              <a:lnSpc>
                <a:spcPct val="15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Agriculture organizations – to support better resource management and planning.</a:t>
            </a:r>
            <a:endParaRPr sz="1800">
              <a:solidFill>
                <a:schemeClr val="dk1"/>
              </a:solidFill>
              <a:latin typeface="Arial"/>
              <a:ea typeface="Arial"/>
              <a:cs typeface="Arial"/>
              <a:sym typeface="Arial"/>
            </a:endParaRPr>
          </a:p>
          <a:p>
            <a:pPr indent="-160020" lvl="0" marL="342900" rtl="0" algn="just">
              <a:lnSpc>
                <a:spcPct val="150000"/>
              </a:lnSpc>
              <a:spcBef>
                <a:spcPts val="0"/>
              </a:spcBef>
              <a:spcAft>
                <a:spcPts val="0"/>
              </a:spcAft>
              <a:buSzPts val="2880"/>
              <a:buNone/>
            </a:pPr>
            <a:r>
              <a:t/>
            </a:r>
            <a:endParaRPr sz="4300"/>
          </a:p>
        </p:txBody>
      </p:sp>
      <p:sp>
        <p:nvSpPr>
          <p:cNvPr id="223" name="Google Shape;223;p4"/>
          <p:cNvSpPr txBox="1"/>
          <p:nvPr>
            <p:ph type="title"/>
          </p:nvPr>
        </p:nvSpPr>
        <p:spPr>
          <a:xfrm>
            <a:off x="620008" y="876617"/>
            <a:ext cx="10046070" cy="80264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Font typeface="Trebuchet MS"/>
              <a:buNone/>
            </a:pPr>
            <a:r>
              <a:rPr lang="en-US" sz="3200"/>
              <a:t>WHO ARE THE END USERS?</a:t>
            </a:r>
            <a:endParaRPr sz="2000"/>
          </a:p>
        </p:txBody>
      </p:sp>
      <p:pic>
        <p:nvPicPr>
          <p:cNvPr id="224" name="Google Shape;224;p4"/>
          <p:cNvPicPr preferRelativeResize="0"/>
          <p:nvPr/>
        </p:nvPicPr>
        <p:blipFill rotWithShape="1">
          <a:blip r:embed="rId3">
            <a:alphaModFix/>
          </a:blip>
          <a:srcRect b="0" l="0" r="0" t="0"/>
          <a:stretch/>
        </p:blipFill>
        <p:spPr>
          <a:xfrm>
            <a:off x="721359" y="6176804"/>
            <a:ext cx="2181225" cy="48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3"/>
                                        </p:tgtEl>
                                        <p:attrNameLst>
                                          <p:attrName>style.visibility</p:attrName>
                                        </p:attrNameLst>
                                      </p:cBhvr>
                                      <p:to>
                                        <p:strVal val="visible"/>
                                      </p:to>
                                    </p:set>
                                    <p:anim calcmode="lin" valueType="num">
                                      <p:cBhvr additive="base">
                                        <p:cTn dur="500"/>
                                        <p:tgtEl>
                                          <p:spTgt spid="223"/>
                                        </p:tgtEl>
                                        <p:attrNameLst>
                                          <p:attrName>ppt_w</p:attrName>
                                        </p:attrNameLst>
                                      </p:cBhvr>
                                      <p:tavLst>
                                        <p:tav fmla="" tm="0">
                                          <p:val>
                                            <p:strVal val="0"/>
                                          </p:val>
                                        </p:tav>
                                        <p:tav fmla="" tm="100000">
                                          <p:val>
                                            <p:strVal val="#ppt_w"/>
                                          </p:val>
                                        </p:tav>
                                      </p:tavLst>
                                    </p:anim>
                                    <p:anim calcmode="lin" valueType="num">
                                      <p:cBhvr additive="base">
                                        <p:cTn dur="500"/>
                                        <p:tgtEl>
                                          <p:spTgt spid="22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xEl>
                                              <p:pRg end="0" st="0"/>
                                            </p:txEl>
                                          </p:spTgt>
                                        </p:tgtEl>
                                        <p:attrNameLst>
                                          <p:attrName>style.visibility</p:attrName>
                                        </p:attrNameLst>
                                      </p:cBhvr>
                                      <p:to>
                                        <p:strVal val="visible"/>
                                      </p:to>
                                    </p:set>
                                    <p:animEffect filter="fade" transition="in">
                                      <p:cBhvr>
                                        <p:cTn dur="1000"/>
                                        <p:tgtEl>
                                          <p:spTgt spid="2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xEl>
                                              <p:pRg end="1" st="1"/>
                                            </p:txEl>
                                          </p:spTgt>
                                        </p:tgtEl>
                                        <p:attrNameLst>
                                          <p:attrName>style.visibility</p:attrName>
                                        </p:attrNameLst>
                                      </p:cBhvr>
                                      <p:to>
                                        <p:strVal val="visible"/>
                                      </p:to>
                                    </p:set>
                                    <p:animEffect filter="fade" transition="in">
                                      <p:cBhvr>
                                        <p:cTn dur="1000"/>
                                        <p:tgtEl>
                                          <p:spTgt spid="2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xEl>
                                              <p:pRg end="2" st="2"/>
                                            </p:txEl>
                                          </p:spTgt>
                                        </p:tgtEl>
                                        <p:attrNameLst>
                                          <p:attrName>style.visibility</p:attrName>
                                        </p:attrNameLst>
                                      </p:cBhvr>
                                      <p:to>
                                        <p:strVal val="visible"/>
                                      </p:to>
                                    </p:set>
                                    <p:animEffect filter="fade" transition="in">
                                      <p:cBhvr>
                                        <p:cTn dur="1000"/>
                                        <p:tgtEl>
                                          <p:spTgt spid="2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xEl>
                                              <p:pRg end="3" st="3"/>
                                            </p:txEl>
                                          </p:spTgt>
                                        </p:tgtEl>
                                        <p:attrNameLst>
                                          <p:attrName>style.visibility</p:attrName>
                                        </p:attrNameLst>
                                      </p:cBhvr>
                                      <p:to>
                                        <p:strVal val="visible"/>
                                      </p:to>
                                    </p:set>
                                    <p:animEffect filter="fade" transition="in">
                                      <p:cBhvr>
                                        <p:cTn dur="1000"/>
                                        <p:tgtEl>
                                          <p:spTgt spid="2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xEl>
                                              <p:pRg end="4" st="4"/>
                                            </p:txEl>
                                          </p:spTgt>
                                        </p:tgtEl>
                                        <p:attrNameLst>
                                          <p:attrName>style.visibility</p:attrName>
                                        </p:attrNameLst>
                                      </p:cBhvr>
                                      <p:to>
                                        <p:strVal val="visible"/>
                                      </p:to>
                                    </p:set>
                                    <p:animEffect filter="fade" transition="in">
                                      <p:cBhvr>
                                        <p:cTn dur="1000"/>
                                        <p:tgtEl>
                                          <p:spTgt spid="2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xEl>
                                              <p:pRg end="5" st="5"/>
                                            </p:txEl>
                                          </p:spTgt>
                                        </p:tgtEl>
                                        <p:attrNameLst>
                                          <p:attrName>style.visibility</p:attrName>
                                        </p:attrNameLst>
                                      </p:cBhvr>
                                      <p:to>
                                        <p:strVal val="visible"/>
                                      </p:to>
                                    </p:set>
                                    <p:animEffect filter="fade" transition="in">
                                      <p:cBhvr>
                                        <p:cTn dur="1000"/>
                                        <p:tgtEl>
                                          <p:spTgt spid="222">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29" name="Shape 229"/>
        <p:cNvGrpSpPr/>
        <p:nvPr/>
      </p:nvGrpSpPr>
      <p:grpSpPr>
        <a:xfrm>
          <a:off x="0" y="0"/>
          <a:ext cx="0" cy="0"/>
          <a:chOff x="0" y="0"/>
          <a:chExt cx="0" cy="0"/>
        </a:xfrm>
      </p:grpSpPr>
      <p:pic>
        <p:nvPicPr>
          <p:cNvPr id="230" name="Google Shape;230;p5"/>
          <p:cNvPicPr preferRelativeResize="0"/>
          <p:nvPr/>
        </p:nvPicPr>
        <p:blipFill rotWithShape="1">
          <a:blip r:embed="rId3">
            <a:alphaModFix/>
          </a:blip>
          <a:srcRect b="0" l="0" r="0" t="0"/>
          <a:stretch/>
        </p:blipFill>
        <p:spPr>
          <a:xfrm>
            <a:off x="467359" y="6410461"/>
            <a:ext cx="3706253" cy="296092"/>
          </a:xfrm>
          <a:prstGeom prst="rect">
            <a:avLst/>
          </a:prstGeom>
          <a:noFill/>
          <a:ln>
            <a:noFill/>
          </a:ln>
        </p:spPr>
      </p:pic>
      <p:pic>
        <p:nvPicPr>
          <p:cNvPr id="231" name="Google Shape;231;p5"/>
          <p:cNvPicPr preferRelativeResize="0"/>
          <p:nvPr/>
        </p:nvPicPr>
        <p:blipFill rotWithShape="1">
          <a:blip r:embed="rId4">
            <a:alphaModFix/>
          </a:blip>
          <a:srcRect b="0" l="0" r="0" t="0"/>
          <a:stretch/>
        </p:blipFill>
        <p:spPr>
          <a:xfrm flipH="1">
            <a:off x="50800" y="3820160"/>
            <a:ext cx="1727200" cy="3010024"/>
          </a:xfrm>
          <a:prstGeom prst="rect">
            <a:avLst/>
          </a:prstGeom>
          <a:noFill/>
          <a:ln>
            <a:noFill/>
          </a:ln>
        </p:spPr>
      </p:pic>
      <p:sp>
        <p:nvSpPr>
          <p:cNvPr id="232" name="Google Shape;232;p5"/>
          <p:cNvSpPr txBox="1"/>
          <p:nvPr>
            <p:ph idx="1" type="body"/>
          </p:nvPr>
        </p:nvSpPr>
        <p:spPr>
          <a:xfrm>
            <a:off x="390618" y="1432560"/>
            <a:ext cx="9027702" cy="5243448"/>
          </a:xfrm>
          <a:prstGeom prst="rect">
            <a:avLst/>
          </a:prstGeom>
          <a:noFill/>
          <a:ln>
            <a:noFill/>
          </a:ln>
        </p:spPr>
        <p:txBody>
          <a:bodyPr anchorCtr="0" anchor="t" bIns="45700" lIns="91425" spcFirstLastPara="1" rIns="91425" wrap="square" tIns="45700">
            <a:normAutofit/>
          </a:bodyPr>
          <a:lstStyle/>
          <a:p>
            <a:pPr indent="-336550" lvl="0" marL="457200" rtl="0" algn="l">
              <a:spcBef>
                <a:spcPts val="0"/>
              </a:spcBef>
              <a:spcAft>
                <a:spcPts val="0"/>
              </a:spcAft>
              <a:buClr>
                <a:schemeClr val="dk1"/>
              </a:buClr>
              <a:buSzPts val="1700"/>
              <a:buFont typeface="Arial"/>
              <a:buChar char="-"/>
            </a:pPr>
            <a:r>
              <a:rPr b="1" lang="en-US" sz="1700">
                <a:solidFill>
                  <a:schemeClr val="dk1"/>
                </a:solidFill>
                <a:latin typeface="Arial"/>
                <a:ea typeface="Arial"/>
                <a:cs typeface="Arial"/>
                <a:sym typeface="Arial"/>
              </a:rPr>
              <a:t>Python</a:t>
            </a:r>
            <a:r>
              <a:rPr lang="en-US" sz="1700">
                <a:solidFill>
                  <a:schemeClr val="dk1"/>
                </a:solidFill>
                <a:latin typeface="Arial"/>
                <a:ea typeface="Arial"/>
                <a:cs typeface="Arial"/>
                <a:sym typeface="Arial"/>
              </a:rPr>
              <a:t> – Data analysis and processing</a:t>
            </a:r>
            <a:endParaRPr sz="1700">
              <a:solidFill>
                <a:schemeClr val="dk1"/>
              </a:solidFill>
              <a:latin typeface="Arial"/>
              <a:ea typeface="Arial"/>
              <a:cs typeface="Arial"/>
              <a:sym typeface="Arial"/>
            </a:endParaRPr>
          </a:p>
          <a:p>
            <a:pPr indent="-336550" lvl="0" marL="457200" rtl="0" algn="l">
              <a:spcBef>
                <a:spcPts val="0"/>
              </a:spcBef>
              <a:spcAft>
                <a:spcPts val="0"/>
              </a:spcAft>
              <a:buClr>
                <a:schemeClr val="dk1"/>
              </a:buClr>
              <a:buSzPts val="1700"/>
              <a:buFont typeface="Arial"/>
              <a:buChar char="-"/>
            </a:pPr>
            <a:r>
              <a:rPr b="1" lang="en-US" sz="1700">
                <a:solidFill>
                  <a:schemeClr val="dk1"/>
                </a:solidFill>
                <a:latin typeface="Arial"/>
                <a:ea typeface="Arial"/>
                <a:cs typeface="Arial"/>
                <a:sym typeface="Arial"/>
              </a:rPr>
              <a:t>Pandas</a:t>
            </a:r>
            <a:r>
              <a:rPr lang="en-US" sz="1700">
                <a:solidFill>
                  <a:schemeClr val="dk1"/>
                </a:solidFill>
                <a:latin typeface="Arial"/>
                <a:ea typeface="Arial"/>
                <a:cs typeface="Arial"/>
                <a:sym typeface="Arial"/>
              </a:rPr>
              <a:t> – Data cleaning and analysis</a:t>
            </a:r>
            <a:endParaRPr sz="1700">
              <a:solidFill>
                <a:schemeClr val="dk1"/>
              </a:solidFill>
              <a:latin typeface="Arial"/>
              <a:ea typeface="Arial"/>
              <a:cs typeface="Arial"/>
              <a:sym typeface="Arial"/>
            </a:endParaRPr>
          </a:p>
          <a:p>
            <a:pPr indent="-336550" lvl="0" marL="457200" rtl="0" algn="l">
              <a:spcBef>
                <a:spcPts val="0"/>
              </a:spcBef>
              <a:spcAft>
                <a:spcPts val="0"/>
              </a:spcAft>
              <a:buClr>
                <a:schemeClr val="dk1"/>
              </a:buClr>
              <a:buSzPts val="1700"/>
              <a:buFont typeface="Arial"/>
              <a:buChar char="-"/>
            </a:pPr>
            <a:r>
              <a:rPr b="1" lang="en-US" sz="1700">
                <a:solidFill>
                  <a:schemeClr val="dk1"/>
                </a:solidFill>
                <a:latin typeface="Arial"/>
                <a:ea typeface="Arial"/>
                <a:cs typeface="Arial"/>
                <a:sym typeface="Arial"/>
              </a:rPr>
              <a:t>Matplotlib</a:t>
            </a:r>
            <a:r>
              <a:rPr lang="en-US" sz="1700">
                <a:solidFill>
                  <a:schemeClr val="dk1"/>
                </a:solidFill>
                <a:latin typeface="Arial"/>
                <a:ea typeface="Arial"/>
                <a:cs typeface="Arial"/>
                <a:sym typeface="Arial"/>
              </a:rPr>
              <a:t> – Data visualization</a:t>
            </a:r>
            <a:endParaRPr sz="1700">
              <a:solidFill>
                <a:schemeClr val="dk1"/>
              </a:solidFill>
              <a:latin typeface="Arial"/>
              <a:ea typeface="Arial"/>
              <a:cs typeface="Arial"/>
              <a:sym typeface="Arial"/>
            </a:endParaRPr>
          </a:p>
          <a:p>
            <a:pPr indent="-336550" lvl="0" marL="457200" rtl="0" algn="l">
              <a:spcBef>
                <a:spcPts val="0"/>
              </a:spcBef>
              <a:spcAft>
                <a:spcPts val="0"/>
              </a:spcAft>
              <a:buClr>
                <a:schemeClr val="dk1"/>
              </a:buClr>
              <a:buSzPts val="1700"/>
              <a:buFont typeface="Arial"/>
              <a:buChar char="-"/>
            </a:pPr>
            <a:r>
              <a:rPr b="1" lang="en-US" sz="1700">
                <a:solidFill>
                  <a:schemeClr val="dk1"/>
                </a:solidFill>
                <a:latin typeface="Arial"/>
                <a:ea typeface="Arial"/>
                <a:cs typeface="Arial"/>
                <a:sym typeface="Arial"/>
              </a:rPr>
              <a:t>Jupyter Notebook</a:t>
            </a:r>
            <a:r>
              <a:rPr lang="en-US" sz="1700">
                <a:solidFill>
                  <a:schemeClr val="dk1"/>
                </a:solidFill>
                <a:latin typeface="Arial"/>
                <a:ea typeface="Arial"/>
                <a:cs typeface="Arial"/>
                <a:sym typeface="Arial"/>
              </a:rPr>
              <a:t> – Project development and documentation</a:t>
            </a:r>
            <a:endParaRPr sz="1700">
              <a:solidFill>
                <a:schemeClr val="dk1"/>
              </a:solidFill>
              <a:latin typeface="Arial"/>
              <a:ea typeface="Arial"/>
              <a:cs typeface="Arial"/>
              <a:sym typeface="Arial"/>
            </a:endParaRPr>
          </a:p>
          <a:p>
            <a:pPr indent="-336550" lvl="0" marL="457200" rtl="0" algn="l">
              <a:spcBef>
                <a:spcPts val="0"/>
              </a:spcBef>
              <a:spcAft>
                <a:spcPts val="0"/>
              </a:spcAft>
              <a:buClr>
                <a:schemeClr val="dk1"/>
              </a:buClr>
              <a:buSzPts val="1700"/>
              <a:buFont typeface="Arial"/>
              <a:buChar char="-"/>
            </a:pPr>
            <a:r>
              <a:rPr b="1" lang="en-US" sz="1700">
                <a:solidFill>
                  <a:schemeClr val="dk1"/>
                </a:solidFill>
                <a:latin typeface="Arial"/>
                <a:ea typeface="Arial"/>
                <a:cs typeface="Arial"/>
                <a:sym typeface="Arial"/>
              </a:rPr>
              <a:t>VS Code</a:t>
            </a:r>
            <a:r>
              <a:rPr lang="en-US" sz="1700">
                <a:solidFill>
                  <a:schemeClr val="dk1"/>
                </a:solidFill>
                <a:latin typeface="Arial"/>
                <a:ea typeface="Arial"/>
                <a:cs typeface="Arial"/>
                <a:sym typeface="Arial"/>
              </a:rPr>
              <a:t> – Coding and project development</a:t>
            </a:r>
            <a:endParaRPr sz="1700">
              <a:solidFill>
                <a:schemeClr val="dk1"/>
              </a:solidFill>
              <a:latin typeface="Arial"/>
              <a:ea typeface="Arial"/>
              <a:cs typeface="Arial"/>
              <a:sym typeface="Arial"/>
            </a:endParaRPr>
          </a:p>
          <a:p>
            <a:pPr indent="-336550" lvl="0" marL="457200" rtl="0" algn="l">
              <a:spcBef>
                <a:spcPts val="0"/>
              </a:spcBef>
              <a:spcAft>
                <a:spcPts val="0"/>
              </a:spcAft>
              <a:buClr>
                <a:schemeClr val="dk1"/>
              </a:buClr>
              <a:buSzPts val="1700"/>
              <a:buFont typeface="Arial"/>
              <a:buChar char="-"/>
            </a:pPr>
            <a:r>
              <a:rPr b="1" lang="en-US" sz="1700">
                <a:solidFill>
                  <a:schemeClr val="dk1"/>
                </a:solidFill>
                <a:latin typeface="Arial"/>
                <a:ea typeface="Arial"/>
                <a:cs typeface="Arial"/>
                <a:sym typeface="Arial"/>
              </a:rPr>
              <a:t>GitHub</a:t>
            </a:r>
            <a:r>
              <a:rPr lang="en-US" sz="1700">
                <a:solidFill>
                  <a:schemeClr val="dk1"/>
                </a:solidFill>
                <a:latin typeface="Arial"/>
                <a:ea typeface="Arial"/>
                <a:cs typeface="Arial"/>
                <a:sym typeface="Arial"/>
              </a:rPr>
              <a:t> – Project storage and submission</a:t>
            </a:r>
            <a:endParaRPr sz="1700">
              <a:solidFill>
                <a:schemeClr val="dk1"/>
              </a:solidFill>
              <a:latin typeface="Arial"/>
              <a:ea typeface="Arial"/>
              <a:cs typeface="Arial"/>
              <a:sym typeface="Arial"/>
            </a:endParaRPr>
          </a:p>
          <a:p>
            <a:pPr indent="-184150" lvl="1" marL="742950" rtl="0" algn="l">
              <a:lnSpc>
                <a:spcPct val="150000"/>
              </a:lnSpc>
              <a:spcBef>
                <a:spcPts val="0"/>
              </a:spcBef>
              <a:spcAft>
                <a:spcPts val="0"/>
              </a:spcAft>
              <a:buSzPts val="1600"/>
              <a:buNone/>
            </a:pPr>
            <a:r>
              <a:t/>
            </a:r>
            <a:endParaRPr sz="2600"/>
          </a:p>
        </p:txBody>
      </p:sp>
      <p:sp>
        <p:nvSpPr>
          <p:cNvPr id="233" name="Google Shape;233;p5"/>
          <p:cNvSpPr txBox="1"/>
          <p:nvPr>
            <p:ph type="title"/>
          </p:nvPr>
        </p:nvSpPr>
        <p:spPr>
          <a:xfrm>
            <a:off x="660399" y="430567"/>
            <a:ext cx="5306291" cy="84781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Technology Used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3"/>
                                        </p:tgtEl>
                                        <p:attrNameLst>
                                          <p:attrName>style.visibility</p:attrName>
                                        </p:attrNameLst>
                                      </p:cBhvr>
                                      <p:to>
                                        <p:strVal val="visible"/>
                                      </p:to>
                                    </p:set>
                                    <p:anim calcmode="lin" valueType="num">
                                      <p:cBhvr additive="base">
                                        <p:cTn dur="500"/>
                                        <p:tgtEl>
                                          <p:spTgt spid="233"/>
                                        </p:tgtEl>
                                        <p:attrNameLst>
                                          <p:attrName>ppt_w</p:attrName>
                                        </p:attrNameLst>
                                      </p:cBhvr>
                                      <p:tavLst>
                                        <p:tav fmla="" tm="0">
                                          <p:val>
                                            <p:strVal val="0"/>
                                          </p:val>
                                        </p:tav>
                                        <p:tav fmla="" tm="100000">
                                          <p:val>
                                            <p:strVal val="#ppt_w"/>
                                          </p:val>
                                        </p:tav>
                                      </p:tavLst>
                                    </p:anim>
                                    <p:anim calcmode="lin" valueType="num">
                                      <p:cBhvr additive="base">
                                        <p:cTn dur="500"/>
                                        <p:tgtEl>
                                          <p:spTgt spid="23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0" st="0"/>
                                            </p:txEl>
                                          </p:spTgt>
                                        </p:tgtEl>
                                        <p:attrNameLst>
                                          <p:attrName>style.visibility</p:attrName>
                                        </p:attrNameLst>
                                      </p:cBhvr>
                                      <p:to>
                                        <p:strVal val="visible"/>
                                      </p:to>
                                    </p:set>
                                    <p:animEffect filter="fade" transition="in">
                                      <p:cBhvr>
                                        <p:cTn dur="1000"/>
                                        <p:tgtEl>
                                          <p:spTgt spid="2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1" st="1"/>
                                            </p:txEl>
                                          </p:spTgt>
                                        </p:tgtEl>
                                        <p:attrNameLst>
                                          <p:attrName>style.visibility</p:attrName>
                                        </p:attrNameLst>
                                      </p:cBhvr>
                                      <p:to>
                                        <p:strVal val="visible"/>
                                      </p:to>
                                    </p:set>
                                    <p:animEffect filter="fade" transition="in">
                                      <p:cBhvr>
                                        <p:cTn dur="1000"/>
                                        <p:tgtEl>
                                          <p:spTgt spid="2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2" st="2"/>
                                            </p:txEl>
                                          </p:spTgt>
                                        </p:tgtEl>
                                        <p:attrNameLst>
                                          <p:attrName>style.visibility</p:attrName>
                                        </p:attrNameLst>
                                      </p:cBhvr>
                                      <p:to>
                                        <p:strVal val="visible"/>
                                      </p:to>
                                    </p:set>
                                    <p:animEffect filter="fade" transition="in">
                                      <p:cBhvr>
                                        <p:cTn dur="1000"/>
                                        <p:tgtEl>
                                          <p:spTgt spid="23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3" st="3"/>
                                            </p:txEl>
                                          </p:spTgt>
                                        </p:tgtEl>
                                        <p:attrNameLst>
                                          <p:attrName>style.visibility</p:attrName>
                                        </p:attrNameLst>
                                      </p:cBhvr>
                                      <p:to>
                                        <p:strVal val="visible"/>
                                      </p:to>
                                    </p:set>
                                    <p:animEffect filter="fade" transition="in">
                                      <p:cBhvr>
                                        <p:cTn dur="1000"/>
                                        <p:tgtEl>
                                          <p:spTgt spid="23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4" st="4"/>
                                            </p:txEl>
                                          </p:spTgt>
                                        </p:tgtEl>
                                        <p:attrNameLst>
                                          <p:attrName>style.visibility</p:attrName>
                                        </p:attrNameLst>
                                      </p:cBhvr>
                                      <p:to>
                                        <p:strVal val="visible"/>
                                      </p:to>
                                    </p:set>
                                    <p:animEffect filter="fade" transition="in">
                                      <p:cBhvr>
                                        <p:cTn dur="1000"/>
                                        <p:tgtEl>
                                          <p:spTgt spid="23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5" st="5"/>
                                            </p:txEl>
                                          </p:spTgt>
                                        </p:tgtEl>
                                        <p:attrNameLst>
                                          <p:attrName>style.visibility</p:attrName>
                                        </p:attrNameLst>
                                      </p:cBhvr>
                                      <p:to>
                                        <p:strVal val="visible"/>
                                      </p:to>
                                    </p:set>
                                    <p:animEffect filter="fade" transition="in">
                                      <p:cBhvr>
                                        <p:cTn dur="1000"/>
                                        <p:tgtEl>
                                          <p:spTgt spid="23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6" st="6"/>
                                            </p:txEl>
                                          </p:spTgt>
                                        </p:tgtEl>
                                        <p:attrNameLst>
                                          <p:attrName>style.visibility</p:attrName>
                                        </p:attrNameLst>
                                      </p:cBhvr>
                                      <p:to>
                                        <p:strVal val="visible"/>
                                      </p:to>
                                    </p:set>
                                    <p:animEffect filter="fade" transition="in">
                                      <p:cBhvr>
                                        <p:cTn dur="1000"/>
                                        <p:tgtEl>
                                          <p:spTgt spid="23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6"/>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39" name="Google Shape;239;p6"/>
          <p:cNvSpPr txBox="1"/>
          <p:nvPr>
            <p:ph type="title"/>
          </p:nvPr>
        </p:nvSpPr>
        <p:spPr>
          <a:xfrm>
            <a:off x="675936" y="370600"/>
            <a:ext cx="8832600" cy="8310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RESULTS - Seasonal Performance  </a:t>
            </a:r>
            <a:endParaRPr/>
          </a:p>
        </p:txBody>
      </p:sp>
      <p:sp>
        <p:nvSpPr>
          <p:cNvPr id="240" name="Google Shape;240;p6"/>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241" name="Google Shape;241;p6" title="Screenshot 2026-09-08 114234.png"/>
          <p:cNvPicPr preferRelativeResize="0"/>
          <p:nvPr/>
        </p:nvPicPr>
        <p:blipFill>
          <a:blip r:embed="rId4">
            <a:alphaModFix/>
          </a:blip>
          <a:stretch>
            <a:fillRect/>
          </a:stretch>
        </p:blipFill>
        <p:spPr>
          <a:xfrm>
            <a:off x="894357" y="1275386"/>
            <a:ext cx="8198669" cy="46117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9"/>
                                        </p:tgtEl>
                                        <p:attrNameLst>
                                          <p:attrName>style.visibility</p:attrName>
                                        </p:attrNameLst>
                                      </p:cBhvr>
                                      <p:to>
                                        <p:strVal val="visible"/>
                                      </p:to>
                                    </p:set>
                                    <p:anim calcmode="lin" valueType="num">
                                      <p:cBhvr additive="base">
                                        <p:cTn dur="500"/>
                                        <p:tgtEl>
                                          <p:spTgt spid="239"/>
                                        </p:tgtEl>
                                        <p:attrNameLst>
                                          <p:attrName>ppt_w</p:attrName>
                                        </p:attrNameLst>
                                      </p:cBhvr>
                                      <p:tavLst>
                                        <p:tav fmla="" tm="0">
                                          <p:val>
                                            <p:strVal val="0"/>
                                          </p:val>
                                        </p:tav>
                                        <p:tav fmla="" tm="100000">
                                          <p:val>
                                            <p:strVal val="#ppt_w"/>
                                          </p:val>
                                        </p:tav>
                                      </p:tavLst>
                                    </p:anim>
                                    <p:anim calcmode="lin" valueType="num">
                                      <p:cBhvr additive="base">
                                        <p:cTn dur="500"/>
                                        <p:tgtEl>
                                          <p:spTgt spid="23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fa523c52ca_0_10"/>
          <p:cNvSpPr txBox="1"/>
          <p:nvPr>
            <p:ph idx="12" type="sldNum"/>
          </p:nvPr>
        </p:nvSpPr>
        <p:spPr>
          <a:xfrm>
            <a:off x="8590663" y="6041362"/>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48" name="Google Shape;248;g3fa523c52ca_0_10" title="Screenshot 2026-09-08 114424.png"/>
          <p:cNvPicPr preferRelativeResize="0"/>
          <p:nvPr/>
        </p:nvPicPr>
        <p:blipFill rotWithShape="1">
          <a:blip r:embed="rId3">
            <a:alphaModFix/>
          </a:blip>
          <a:srcRect b="0" l="-2416" r="15179" t="0"/>
          <a:stretch/>
        </p:blipFill>
        <p:spPr>
          <a:xfrm>
            <a:off x="549150" y="560713"/>
            <a:ext cx="8897002" cy="57365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7"/>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54" name="Google Shape;254;p7"/>
          <p:cNvSpPr txBox="1"/>
          <p:nvPr>
            <p:ph type="title"/>
          </p:nvPr>
        </p:nvSpPr>
        <p:spPr>
          <a:xfrm>
            <a:off x="675950" y="370600"/>
            <a:ext cx="8835900" cy="8310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RESULTS - Irrigation Performance  </a:t>
            </a:r>
            <a:endParaRPr/>
          </a:p>
        </p:txBody>
      </p:sp>
      <p:sp>
        <p:nvSpPr>
          <p:cNvPr id="255" name="Google Shape;255;p7"/>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56" name="Google Shape;256;p7"/>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257" name="Google Shape;257;p7" title="Screenshot 2026-09-08 114653.png"/>
          <p:cNvPicPr preferRelativeResize="0"/>
          <p:nvPr/>
        </p:nvPicPr>
        <p:blipFill>
          <a:blip r:embed="rId4">
            <a:alphaModFix/>
          </a:blip>
          <a:stretch>
            <a:fillRect/>
          </a:stretch>
        </p:blipFill>
        <p:spPr>
          <a:xfrm>
            <a:off x="994570" y="1530886"/>
            <a:ext cx="8198669" cy="46117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
                                        </p:tgtEl>
                                        <p:attrNameLst>
                                          <p:attrName>style.visibility</p:attrName>
                                        </p:attrNameLst>
                                      </p:cBhvr>
                                      <p:to>
                                        <p:strVal val="visible"/>
                                      </p:to>
                                    </p:set>
                                    <p:anim calcmode="lin" valueType="num">
                                      <p:cBhvr additive="base">
                                        <p:cTn dur="500"/>
                                        <p:tgtEl>
                                          <p:spTgt spid="254"/>
                                        </p:tgtEl>
                                        <p:attrNameLst>
                                          <p:attrName>ppt_w</p:attrName>
                                        </p:attrNameLst>
                                      </p:cBhvr>
                                      <p:tavLst>
                                        <p:tav fmla="" tm="0">
                                          <p:val>
                                            <p:strVal val="0"/>
                                          </p:val>
                                        </p:tav>
                                        <p:tav fmla="" tm="100000">
                                          <p:val>
                                            <p:strVal val="#ppt_w"/>
                                          </p:val>
                                        </p:tav>
                                      </p:tavLst>
                                    </p:anim>
                                    <p:anim calcmode="lin" valueType="num">
                                      <p:cBhvr additive="base">
                                        <p:cTn dur="500"/>
                                        <p:tgtEl>
                                          <p:spTgt spid="25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1000"/>
                                        <p:tgtEl>
                                          <p:spTgt spid="2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1000"/>
                                        <p:tgtEl>
                                          <p:spTgt spid="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fa523c52ca_0_38"/>
          <p:cNvSpPr txBox="1"/>
          <p:nvPr>
            <p:ph idx="12" type="sldNum"/>
          </p:nvPr>
        </p:nvSpPr>
        <p:spPr>
          <a:xfrm>
            <a:off x="8590663" y="6041362"/>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64" name="Google Shape;264;g3fa523c52ca_0_38" title="Screenshot 2026-09-08 114756.png"/>
          <p:cNvPicPr preferRelativeResize="0"/>
          <p:nvPr/>
        </p:nvPicPr>
        <p:blipFill>
          <a:blip r:embed="rId3">
            <a:alphaModFix/>
          </a:blip>
          <a:stretch>
            <a:fillRect/>
          </a:stretch>
        </p:blipFill>
        <p:spPr>
          <a:xfrm>
            <a:off x="497275" y="560712"/>
            <a:ext cx="10198334" cy="573656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8"/>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70" name="Google Shape;270;p8"/>
          <p:cNvSpPr txBox="1"/>
          <p:nvPr>
            <p:ph type="title"/>
          </p:nvPr>
        </p:nvSpPr>
        <p:spPr>
          <a:xfrm>
            <a:off x="675939" y="370600"/>
            <a:ext cx="7637100" cy="8310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RESULTS - Crop Performance  </a:t>
            </a:r>
            <a:endParaRPr/>
          </a:p>
        </p:txBody>
      </p:sp>
      <p:sp>
        <p:nvSpPr>
          <p:cNvPr id="271" name="Google Shape;271;p8"/>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72" name="Google Shape;272;p8"/>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273" name="Google Shape;273;p8" title="Screenshot 2026-09-08 114912.png"/>
          <p:cNvPicPr preferRelativeResize="0"/>
          <p:nvPr/>
        </p:nvPicPr>
        <p:blipFill>
          <a:blip r:embed="rId4">
            <a:alphaModFix/>
          </a:blip>
          <a:stretch>
            <a:fillRect/>
          </a:stretch>
        </p:blipFill>
        <p:spPr>
          <a:xfrm>
            <a:off x="885857" y="1404099"/>
            <a:ext cx="8198669" cy="46117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0"/>
                                        </p:tgtEl>
                                        <p:attrNameLst>
                                          <p:attrName>style.visibility</p:attrName>
                                        </p:attrNameLst>
                                      </p:cBhvr>
                                      <p:to>
                                        <p:strVal val="visible"/>
                                      </p:to>
                                    </p:set>
                                    <p:anim calcmode="lin" valueType="num">
                                      <p:cBhvr additive="base">
                                        <p:cTn dur="500"/>
                                        <p:tgtEl>
                                          <p:spTgt spid="270"/>
                                        </p:tgtEl>
                                        <p:attrNameLst>
                                          <p:attrName>ppt_w</p:attrName>
                                        </p:attrNameLst>
                                      </p:cBhvr>
                                      <p:tavLst>
                                        <p:tav fmla="" tm="0">
                                          <p:val>
                                            <p:strVal val="0"/>
                                          </p:val>
                                        </p:tav>
                                        <p:tav fmla="" tm="100000">
                                          <p:val>
                                            <p:strVal val="#ppt_w"/>
                                          </p:val>
                                        </p:tav>
                                      </p:tavLst>
                                    </p:anim>
                                    <p:anim calcmode="lin" valueType="num">
                                      <p:cBhvr additive="base">
                                        <p:cTn dur="500"/>
                                        <p:tgtEl>
                                          <p:spTgt spid="27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1000"/>
                                        <p:tgtEl>
                                          <p:spTgt spid="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p9"/>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79" name="Google Shape;279;p9"/>
          <p:cNvSpPr txBox="1"/>
          <p:nvPr>
            <p:ph type="title"/>
          </p:nvPr>
        </p:nvSpPr>
        <p:spPr>
          <a:xfrm>
            <a:off x="320973" y="384600"/>
            <a:ext cx="10468500" cy="8310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RESULTS - Geographical Performance </a:t>
            </a:r>
            <a:endParaRPr/>
          </a:p>
        </p:txBody>
      </p:sp>
      <p:sp>
        <p:nvSpPr>
          <p:cNvPr id="280" name="Google Shape;280;p9"/>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81" name="Google Shape;281;p9"/>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282" name="Google Shape;282;p9" title="Screenshot 2026-09-08 115014.png"/>
          <p:cNvPicPr preferRelativeResize="0"/>
          <p:nvPr/>
        </p:nvPicPr>
        <p:blipFill>
          <a:blip r:embed="rId4">
            <a:alphaModFix/>
          </a:blip>
          <a:stretch>
            <a:fillRect/>
          </a:stretch>
        </p:blipFill>
        <p:spPr>
          <a:xfrm>
            <a:off x="787307" y="1455786"/>
            <a:ext cx="8198669" cy="46117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9"/>
                                        </p:tgtEl>
                                        <p:attrNameLst>
                                          <p:attrName>style.visibility</p:attrName>
                                        </p:attrNameLst>
                                      </p:cBhvr>
                                      <p:to>
                                        <p:strVal val="visible"/>
                                      </p:to>
                                    </p:set>
                                    <p:anim calcmode="lin" valueType="num">
                                      <p:cBhvr additive="base">
                                        <p:cTn dur="500"/>
                                        <p:tgtEl>
                                          <p:spTgt spid="279"/>
                                        </p:tgtEl>
                                        <p:attrNameLst>
                                          <p:attrName>ppt_w</p:attrName>
                                        </p:attrNameLst>
                                      </p:cBhvr>
                                      <p:tavLst>
                                        <p:tav fmla="" tm="0">
                                          <p:val>
                                            <p:strVal val="0"/>
                                          </p:val>
                                        </p:tav>
                                        <p:tav fmla="" tm="100000">
                                          <p:val>
                                            <p:strVal val="#ppt_w"/>
                                          </p:val>
                                        </p:tav>
                                      </p:tavLst>
                                    </p:anim>
                                    <p:anim calcmode="lin" valueType="num">
                                      <p:cBhvr additive="base">
                                        <p:cTn dur="500"/>
                                        <p:tgtEl>
                                          <p:spTgt spid="27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10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10"/>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88" name="Google Shape;288;p10"/>
          <p:cNvSpPr txBox="1"/>
          <p:nvPr>
            <p:ph type="title"/>
          </p:nvPr>
        </p:nvSpPr>
        <p:spPr>
          <a:xfrm>
            <a:off x="675925" y="370600"/>
            <a:ext cx="101004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 Important Relationships  </a:t>
            </a:r>
            <a:endParaRPr/>
          </a:p>
        </p:txBody>
      </p:sp>
      <p:sp>
        <p:nvSpPr>
          <p:cNvPr id="289" name="Google Shape;289;p10"/>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90" name="Google Shape;290;p10"/>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291" name="Google Shape;291;p10" title="Screenshot 2026-09-08 115157.png"/>
          <p:cNvPicPr preferRelativeResize="0"/>
          <p:nvPr/>
        </p:nvPicPr>
        <p:blipFill>
          <a:blip r:embed="rId4">
            <a:alphaModFix/>
          </a:blip>
          <a:stretch>
            <a:fillRect/>
          </a:stretch>
        </p:blipFill>
        <p:spPr>
          <a:xfrm>
            <a:off x="1050057" y="1371249"/>
            <a:ext cx="8198669" cy="46117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8"/>
                                        </p:tgtEl>
                                        <p:attrNameLst>
                                          <p:attrName>style.visibility</p:attrName>
                                        </p:attrNameLst>
                                      </p:cBhvr>
                                      <p:to>
                                        <p:strVal val="visible"/>
                                      </p:to>
                                    </p:set>
                                    <p:anim calcmode="lin" valueType="num">
                                      <p:cBhvr additive="base">
                                        <p:cTn dur="500"/>
                                        <p:tgtEl>
                                          <p:spTgt spid="288"/>
                                        </p:tgtEl>
                                        <p:attrNameLst>
                                          <p:attrName>ppt_w</p:attrName>
                                        </p:attrNameLst>
                                      </p:cBhvr>
                                      <p:tavLst>
                                        <p:tav fmla="" tm="0">
                                          <p:val>
                                            <p:strVal val="0"/>
                                          </p:val>
                                        </p:tav>
                                        <p:tav fmla="" tm="100000">
                                          <p:val>
                                            <p:strVal val="#ppt_w"/>
                                          </p:val>
                                        </p:tav>
                                      </p:tavLst>
                                    </p:anim>
                                    <p:anim calcmode="lin" valueType="num">
                                      <p:cBhvr additive="base">
                                        <p:cTn dur="500"/>
                                        <p:tgtEl>
                                          <p:spTgt spid="28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1000"/>
                                        <p:tgtEl>
                                          <p:spTgt spid="2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1000"/>
                                        <p:tgtEl>
                                          <p:spTgt spid="2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id="296" name="Google Shape;296;p1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97" name="Google Shape;297;p11"/>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a:t>Future scope</a:t>
            </a:r>
            <a:endParaRPr/>
          </a:p>
        </p:txBody>
      </p:sp>
      <p:sp>
        <p:nvSpPr>
          <p:cNvPr id="298" name="Google Shape;298;p11"/>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99" name="Google Shape;299;p11"/>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00" name="Google Shape;300;p11"/>
          <p:cNvSpPr txBox="1"/>
          <p:nvPr/>
        </p:nvSpPr>
        <p:spPr>
          <a:xfrm>
            <a:off x="320975" y="1435350"/>
            <a:ext cx="8244000" cy="52296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Char char="-"/>
            </a:pPr>
            <a:r>
              <a:rPr lang="en-US" sz="1900">
                <a:solidFill>
                  <a:schemeClr val="dk1"/>
                </a:solidFill>
              </a:rPr>
              <a:t>Develop a prediction model to forecast crop yield and profitability.</a:t>
            </a:r>
            <a:endParaRPr sz="1900">
              <a:solidFill>
                <a:schemeClr val="dk1"/>
              </a:solidFill>
            </a:endParaRPr>
          </a:p>
          <a:p>
            <a:pPr indent="-349250" lvl="0" marL="457200" rtl="0" algn="l">
              <a:spcBef>
                <a:spcPts val="0"/>
              </a:spcBef>
              <a:spcAft>
                <a:spcPts val="0"/>
              </a:spcAft>
              <a:buClr>
                <a:schemeClr val="dk1"/>
              </a:buClr>
              <a:buSzPts val="1900"/>
              <a:buChar char="-"/>
            </a:pPr>
            <a:r>
              <a:rPr lang="en-US" sz="1900">
                <a:solidFill>
                  <a:schemeClr val="dk1"/>
                </a:solidFill>
              </a:rPr>
              <a:t>Use machine learning to identify the factors that most influence agricultural performance.</a:t>
            </a:r>
            <a:endParaRPr sz="1900">
              <a:solidFill>
                <a:schemeClr val="dk1"/>
              </a:solidFill>
            </a:endParaRPr>
          </a:p>
          <a:p>
            <a:pPr indent="-349250" lvl="0" marL="457200" rtl="0" algn="l">
              <a:spcBef>
                <a:spcPts val="0"/>
              </a:spcBef>
              <a:spcAft>
                <a:spcPts val="0"/>
              </a:spcAft>
              <a:buClr>
                <a:schemeClr val="dk1"/>
              </a:buClr>
              <a:buSzPts val="1900"/>
              <a:buChar char="-"/>
            </a:pPr>
            <a:r>
              <a:rPr lang="en-US" sz="1900">
                <a:solidFill>
                  <a:schemeClr val="dk1"/>
                </a:solidFill>
              </a:rPr>
              <a:t>Include real-time weather and rainfall data for better seasonal analysis.</a:t>
            </a:r>
            <a:endParaRPr sz="1900">
              <a:solidFill>
                <a:schemeClr val="dk1"/>
              </a:solidFill>
            </a:endParaRPr>
          </a:p>
          <a:p>
            <a:pPr indent="-349250" lvl="0" marL="457200" rtl="0" algn="l">
              <a:spcBef>
                <a:spcPts val="0"/>
              </a:spcBef>
              <a:spcAft>
                <a:spcPts val="0"/>
              </a:spcAft>
              <a:buClr>
                <a:schemeClr val="dk1"/>
              </a:buClr>
              <a:buSzPts val="1900"/>
              <a:buChar char="-"/>
            </a:pPr>
            <a:r>
              <a:rPr lang="en-US" sz="1900">
                <a:solidFill>
                  <a:schemeClr val="dk1"/>
                </a:solidFill>
              </a:rPr>
              <a:t>Develop a crop recommendation system based on soil, climate and resource conditions.</a:t>
            </a:r>
            <a:endParaRPr sz="1900">
              <a:solidFill>
                <a:schemeClr val="dk1"/>
              </a:solidFill>
            </a:endParaRPr>
          </a:p>
          <a:p>
            <a:pPr indent="-349250" lvl="0" marL="457200" rtl="0" algn="l">
              <a:spcBef>
                <a:spcPts val="0"/>
              </a:spcBef>
              <a:spcAft>
                <a:spcPts val="0"/>
              </a:spcAft>
              <a:buClr>
                <a:schemeClr val="dk1"/>
              </a:buClr>
              <a:buSzPts val="1900"/>
              <a:buChar char="-"/>
            </a:pPr>
            <a:r>
              <a:rPr lang="en-US" sz="1900">
                <a:solidFill>
                  <a:schemeClr val="dk1"/>
                </a:solidFill>
              </a:rPr>
              <a:t>Improve water management by recommending efficient irrigation practices.</a:t>
            </a:r>
            <a:endParaRPr sz="1900">
              <a:solidFill>
                <a:schemeClr val="dk1"/>
              </a:solidFill>
            </a:endParaRPr>
          </a:p>
          <a:p>
            <a:pPr indent="-349250" lvl="0" marL="457200" rtl="0" algn="l">
              <a:spcBef>
                <a:spcPts val="0"/>
              </a:spcBef>
              <a:spcAft>
                <a:spcPts val="0"/>
              </a:spcAft>
              <a:buClr>
                <a:schemeClr val="dk1"/>
              </a:buClr>
              <a:buSzPts val="1900"/>
              <a:buChar char="-"/>
            </a:pPr>
            <a:r>
              <a:rPr lang="en-US" sz="1900">
                <a:solidFill>
                  <a:schemeClr val="dk1"/>
                </a:solidFill>
              </a:rPr>
              <a:t>Expand the analysis using larger and more diverse agricultural datasets.</a:t>
            </a:r>
            <a:endParaRPr sz="1900">
              <a:solidFill>
                <a:schemeClr val="dk1"/>
              </a:solidFill>
            </a:endParaRPr>
          </a:p>
          <a:p>
            <a:pPr indent="-349250" lvl="0" marL="457200" rtl="0" algn="l">
              <a:spcBef>
                <a:spcPts val="0"/>
              </a:spcBef>
              <a:spcAft>
                <a:spcPts val="0"/>
              </a:spcAft>
              <a:buClr>
                <a:schemeClr val="dk1"/>
              </a:buClr>
              <a:buSzPts val="1900"/>
              <a:buChar char="-"/>
            </a:pPr>
            <a:r>
              <a:rPr lang="en-US" sz="1900">
                <a:solidFill>
                  <a:schemeClr val="dk1"/>
                </a:solidFill>
              </a:rPr>
              <a:t>Build an interactive dashboard for farmers and agricultural decision-makers.</a:t>
            </a:r>
            <a:endParaRPr sz="1900">
              <a:solidFill>
                <a:schemeClr val="dk1"/>
              </a:solidFill>
            </a:endParaRPr>
          </a:p>
          <a:p>
            <a:pPr indent="0" lvl="0" marL="0" rtl="0" algn="l">
              <a:spcBef>
                <a:spcPts val="0"/>
              </a:spcBef>
              <a:spcAft>
                <a:spcPts val="0"/>
              </a:spcAft>
              <a:buNone/>
            </a:pPr>
            <a:r>
              <a:t/>
            </a:r>
            <a:endParaRPr sz="26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7"/>
                                        </p:tgtEl>
                                        <p:attrNameLst>
                                          <p:attrName>style.visibility</p:attrName>
                                        </p:attrNameLst>
                                      </p:cBhvr>
                                      <p:to>
                                        <p:strVal val="visible"/>
                                      </p:to>
                                    </p:set>
                                    <p:anim calcmode="lin" valueType="num">
                                      <p:cBhvr additive="base">
                                        <p:cTn dur="500"/>
                                        <p:tgtEl>
                                          <p:spTgt spid="297"/>
                                        </p:tgtEl>
                                        <p:attrNameLst>
                                          <p:attrName>ppt_w</p:attrName>
                                        </p:attrNameLst>
                                      </p:cBhvr>
                                      <p:tavLst>
                                        <p:tav fmla="" tm="0">
                                          <p:val>
                                            <p:strVal val="0"/>
                                          </p:val>
                                        </p:tav>
                                        <p:tav fmla="" tm="100000">
                                          <p:val>
                                            <p:strVal val="#ppt_w"/>
                                          </p:val>
                                        </p:tav>
                                      </p:tavLst>
                                    </p:anim>
                                    <p:anim calcmode="lin" valueType="num">
                                      <p:cBhvr additive="base">
                                        <p:cTn dur="500"/>
                                        <p:tgtEl>
                                          <p:spTgt spid="29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1000"/>
                                        <p:tgtEl>
                                          <p:spTgt spid="2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1000"/>
                                        <p:tgtEl>
                                          <p:spTgt spid="2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id="305" name="Google Shape;305;p12"/>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06" name="Google Shape;306;p12"/>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a:t>GitHub Link</a:t>
            </a:r>
            <a:endParaRPr/>
          </a:p>
        </p:txBody>
      </p:sp>
      <p:sp>
        <p:nvSpPr>
          <p:cNvPr id="307" name="Google Shape;307;p12"/>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08" name="Google Shape;308;p12"/>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09" name="Google Shape;309;p12"/>
          <p:cNvSpPr txBox="1"/>
          <p:nvPr/>
        </p:nvSpPr>
        <p:spPr>
          <a:xfrm>
            <a:off x="495325" y="1201575"/>
            <a:ext cx="7604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t>https://github.com/nithin-tipparaboina/Seasonal_Agriculture_Analysis.git</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6"/>
                                        </p:tgtEl>
                                        <p:attrNameLst>
                                          <p:attrName>style.visibility</p:attrName>
                                        </p:attrNameLst>
                                      </p:cBhvr>
                                      <p:to>
                                        <p:strVal val="visible"/>
                                      </p:to>
                                    </p:set>
                                    <p:anim calcmode="lin" valueType="num">
                                      <p:cBhvr additive="base">
                                        <p:cTn dur="500"/>
                                        <p:tgtEl>
                                          <p:spTgt spid="306"/>
                                        </p:tgtEl>
                                        <p:attrNameLst>
                                          <p:attrName>ppt_w</p:attrName>
                                        </p:attrNameLst>
                                      </p:cBhvr>
                                      <p:tavLst>
                                        <p:tav fmla="" tm="0">
                                          <p:val>
                                            <p:strVal val="0"/>
                                          </p:val>
                                        </p:tav>
                                        <p:tav fmla="" tm="100000">
                                          <p:val>
                                            <p:strVal val="#ppt_w"/>
                                          </p:val>
                                        </p:tav>
                                      </p:tavLst>
                                    </p:anim>
                                    <p:anim calcmode="lin" valueType="num">
                                      <p:cBhvr additive="base">
                                        <p:cTn dur="500"/>
                                        <p:tgtEl>
                                          <p:spTgt spid="30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1000"/>
                                        <p:tgtEl>
                                          <p:spTgt spid="3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1000"/>
                                        <p:tgtEl>
                                          <p:spTgt spid="3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id="314" name="Google Shape;314;p1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15" name="Google Shape;315;p13"/>
          <p:cNvSpPr txBox="1"/>
          <p:nvPr>
            <p:ph type="title"/>
          </p:nvPr>
        </p:nvSpPr>
        <p:spPr>
          <a:xfrm>
            <a:off x="675957" y="370589"/>
            <a:ext cx="8351388" cy="884658"/>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sz="3200"/>
              <a:t>VOIS Course completion certificate - </a:t>
            </a:r>
            <a:br>
              <a:rPr lang="en-US" sz="3200"/>
            </a:br>
            <a:r>
              <a:rPr lang="en-US" sz="3200"/>
              <a:t>Course name- Data Visualization </a:t>
            </a:r>
            <a:endParaRPr/>
          </a:p>
        </p:txBody>
      </p:sp>
      <p:sp>
        <p:nvSpPr>
          <p:cNvPr id="316" name="Google Shape;316;p13"/>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17" name="Google Shape;317;p13"/>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318" name="Google Shape;318;p13" title="Adobe Express 2026-09-08 11.58.37.png"/>
          <p:cNvPicPr preferRelativeResize="0"/>
          <p:nvPr/>
        </p:nvPicPr>
        <p:blipFill>
          <a:blip r:embed="rId4">
            <a:alphaModFix/>
          </a:blip>
          <a:stretch>
            <a:fillRect/>
          </a:stretch>
        </p:blipFill>
        <p:spPr>
          <a:xfrm>
            <a:off x="1279982" y="1666849"/>
            <a:ext cx="6511964" cy="46117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15"/>
                                        </p:tgtEl>
                                        <p:attrNameLst>
                                          <p:attrName>style.visibility</p:attrName>
                                        </p:attrNameLst>
                                      </p:cBhvr>
                                      <p:to>
                                        <p:strVal val="visible"/>
                                      </p:to>
                                    </p:set>
                                    <p:anim calcmode="lin" valueType="num">
                                      <p:cBhvr additive="base">
                                        <p:cTn dur="500"/>
                                        <p:tgtEl>
                                          <p:spTgt spid="315"/>
                                        </p:tgtEl>
                                        <p:attrNameLst>
                                          <p:attrName>ppt_w</p:attrName>
                                        </p:attrNameLst>
                                      </p:cBhvr>
                                      <p:tavLst>
                                        <p:tav fmla="" tm="0">
                                          <p:val>
                                            <p:strVal val="0"/>
                                          </p:val>
                                        </p:tav>
                                        <p:tav fmla="" tm="100000">
                                          <p:val>
                                            <p:strVal val="#ppt_w"/>
                                          </p:val>
                                        </p:tav>
                                      </p:tavLst>
                                    </p:anim>
                                    <p:anim calcmode="lin" valueType="num">
                                      <p:cBhvr additive="base">
                                        <p:cTn dur="500"/>
                                        <p:tgtEl>
                                          <p:spTgt spid="31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000"/>
                                        <p:tgtEl>
                                          <p:spTgt spid="3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4"/>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rebuchet MS"/>
              <a:buNone/>
            </a:pPr>
            <a:r>
              <a:rPr b="1" lang="en-US" sz="4800">
                <a:solidFill>
                  <a:schemeClr val="dk1"/>
                </a:solidFill>
              </a:rPr>
              <a:t>Thank you</a:t>
            </a:r>
            <a:endParaRPr/>
          </a:p>
        </p:txBody>
      </p:sp>
      <p:sp>
        <p:nvSpPr>
          <p:cNvPr id="324" name="Google Shape;324;p14"/>
          <p:cNvSpPr txBox="1"/>
          <p:nvPr>
            <p:ph idx="8" type="body"/>
          </p:nvPr>
        </p:nvSpPr>
        <p:spPr>
          <a:xfrm>
            <a:off x="3727865" y="4641925"/>
            <a:ext cx="2139695" cy="1108635"/>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280"/>
              <a:buNone/>
            </a:pPr>
            <a:r>
              <a:rPr lang="en-US"/>
              <a:t>.</a:t>
            </a:r>
            <a:endParaRPr/>
          </a:p>
        </p:txBody>
      </p:sp>
      <p:sp>
        <p:nvSpPr>
          <p:cNvPr id="325" name="Google Shape;325;p14"/>
          <p:cNvSpPr txBox="1"/>
          <p:nvPr/>
        </p:nvSpPr>
        <p:spPr>
          <a:xfrm>
            <a:off x="878337" y="4134780"/>
            <a:ext cx="2596574" cy="453919"/>
          </a:xfrm>
          <a:prstGeom prst="rect">
            <a:avLst/>
          </a:prstGeom>
          <a:noFill/>
          <a:ln>
            <a:noFill/>
          </a:ln>
        </p:spPr>
        <p:txBody>
          <a:bodyPr anchorCtr="0" anchor="t" bIns="45700" lIns="91425" spcFirstLastPara="1" rIns="91425" wrap="square" tIns="45700">
            <a:normAutofit lnSpcReduction="10000"/>
          </a:bodyPr>
          <a:lstStyle/>
          <a:p>
            <a:pPr indent="0" lvl="0" marL="0" marR="0" rtl="0" algn="ctr">
              <a:spcBef>
                <a:spcPts val="0"/>
              </a:spcBef>
              <a:spcAft>
                <a:spcPts val="0"/>
              </a:spcAft>
              <a:buClr>
                <a:schemeClr val="accent1"/>
              </a:buClr>
              <a:buSzPts val="1920"/>
              <a:buFont typeface="Noto Sans Symbols"/>
              <a:buNone/>
            </a:pPr>
            <a:r>
              <a:t/>
            </a:r>
            <a:endParaRPr b="1" sz="2400">
              <a:solidFill>
                <a:schemeClr val="accent4"/>
              </a:solidFill>
              <a:latin typeface="Trebuchet MS"/>
              <a:ea typeface="Trebuchet MS"/>
              <a:cs typeface="Trebuchet MS"/>
              <a:sym typeface="Trebuchet MS"/>
            </a:endParaRPr>
          </a:p>
        </p:txBody>
      </p:sp>
      <p:sp>
        <p:nvSpPr>
          <p:cNvPr id="326" name="Google Shape;326;p14"/>
          <p:cNvSpPr txBox="1"/>
          <p:nvPr/>
        </p:nvSpPr>
        <p:spPr>
          <a:xfrm>
            <a:off x="5353508" y="3962573"/>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27" name="Google Shape;327;p14"/>
          <p:cNvSpPr txBox="1"/>
          <p:nvPr/>
        </p:nvSpPr>
        <p:spPr>
          <a:xfrm>
            <a:off x="7789163" y="3962572"/>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28" name="Google Shape;328;p14"/>
          <p:cNvSpPr txBox="1"/>
          <p:nvPr/>
        </p:nvSpPr>
        <p:spPr>
          <a:xfrm>
            <a:off x="6096000"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t/>
            </a:r>
            <a:endParaRPr sz="1600">
              <a:solidFill>
                <a:schemeClr val="dk1"/>
              </a:solidFill>
              <a:latin typeface="Trebuchet MS"/>
              <a:ea typeface="Trebuchet MS"/>
              <a:cs typeface="Trebuchet MS"/>
              <a:sym typeface="Trebuchet MS"/>
            </a:endParaRPr>
          </a:p>
        </p:txBody>
      </p:sp>
      <p:sp>
        <p:nvSpPr>
          <p:cNvPr id="329" name="Google Shape;329;p14"/>
          <p:cNvSpPr txBox="1"/>
          <p:nvPr/>
        </p:nvSpPr>
        <p:spPr>
          <a:xfrm>
            <a:off x="8591363"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rPr lang="en-US" sz="1600">
                <a:solidFill>
                  <a:schemeClr val="dk1"/>
                </a:solidFill>
                <a:latin typeface="Trebuchet MS"/>
                <a:ea typeface="Trebuchet MS"/>
                <a:cs typeface="Trebuchet MS"/>
                <a:sym typeface="Trebuchet MS"/>
              </a:rPr>
              <a:t>.</a:t>
            </a:r>
            <a:endParaRPr/>
          </a:p>
        </p:txBody>
      </p:sp>
      <p:pic>
        <p:nvPicPr>
          <p:cNvPr id="330" name="Google Shape;330;p14"/>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31" name="Google Shape;331;p14"/>
          <p:cNvSpPr txBox="1"/>
          <p:nvPr>
            <p:ph idx="7" type="body"/>
          </p:nvPr>
        </p:nvSpPr>
        <p:spPr>
          <a:xfrm>
            <a:off x="2975013" y="3962573"/>
            <a:ext cx="2139696" cy="344312"/>
          </a:xfrm>
          <a:prstGeom prst="rect">
            <a:avLst/>
          </a:prstGeom>
          <a:noFill/>
          <a:ln>
            <a:noFill/>
          </a:ln>
        </p:spPr>
        <p:txBody>
          <a:bodyPr anchorCtr="0" anchor="t" bIns="45700" lIns="91425" spcFirstLastPara="1" rIns="91425" wrap="square" tIns="45700">
            <a:normAutofit fontScale="92500" lnSpcReduction="20000"/>
          </a:bodyPr>
          <a:lstStyle/>
          <a:p>
            <a:pPr indent="0" lvl="0" marL="0" rtl="0" algn="ctr">
              <a:spcBef>
                <a:spcPts val="0"/>
              </a:spcBef>
              <a:spcAft>
                <a:spcPts val="0"/>
              </a:spcAft>
              <a:buSzPct val="8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3"/>
                                        </p:tgtEl>
                                        <p:attrNameLst>
                                          <p:attrName>style.visibility</p:attrName>
                                        </p:attrNameLst>
                                      </p:cBhvr>
                                      <p:to>
                                        <p:strVal val="visible"/>
                                      </p:to>
                                    </p:set>
                                    <p:anim calcmode="lin" valueType="num">
                                      <p:cBhvr additive="base">
                                        <p:cTn dur="500"/>
                                        <p:tgtEl>
                                          <p:spTgt spid="323"/>
                                        </p:tgtEl>
                                        <p:attrNameLst>
                                          <p:attrName>ppt_w</p:attrName>
                                        </p:attrNameLst>
                                      </p:cBhvr>
                                      <p:tavLst>
                                        <p:tav fmla="" tm="0">
                                          <p:val>
                                            <p:strVal val="0"/>
                                          </p:val>
                                        </p:tav>
                                        <p:tav fmla="" tm="100000">
                                          <p:val>
                                            <p:strVal val="#ppt_w"/>
                                          </p:val>
                                        </p:tav>
                                      </p:tavLst>
                                    </p:anim>
                                    <p:anim calcmode="lin" valueType="num">
                                      <p:cBhvr additive="base">
                                        <p:cTn dur="500"/>
                                        <p:tgtEl>
                                          <p:spTgt spid="32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0" st="0"/>
                                            </p:txEl>
                                          </p:spTgt>
                                        </p:tgtEl>
                                        <p:attrNameLst>
                                          <p:attrName>style.visibility</p:attrName>
                                        </p:attrNameLst>
                                      </p:cBhvr>
                                      <p:to>
                                        <p:strVal val="visible"/>
                                      </p:to>
                                    </p:set>
                                    <p:animEffect filter="fade" transition="in">
                                      <p:cBhvr>
                                        <p:cTn dur="500"/>
                                        <p:tgtEl>
                                          <p:spTgt spid="3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500"/>
                                        <p:tgtEl>
                                          <p:spTgt spid="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500"/>
                                        <p:tgtEl>
                                          <p:spTgt spid="3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2021-07-11T13:13:15Z</dcterms:created>
  <dc:creator>Venkataswamy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